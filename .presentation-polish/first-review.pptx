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babcbcdc214ebd" /><Relationship Type="http://schemas.openxmlformats.org/officeDocument/2006/relationships/extended-properties" Target="/docProps/app.xml" Id="R574fadc9785240c5" /><Relationship Type="http://schemas.openxmlformats.org/officeDocument/2006/relationships/officeDocument" Target="/ppt/presentation.xml" Id="Rcc1dd9c0b1f646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16ed9c640e4221"/>
  </p:sldMasterIdLst>
  <p:notesMasterIdLst>
    <p:notesMasterId xmlns:r="http://schemas.openxmlformats.org/officeDocument/2006/relationships" r:id="R619736ac9c3d4c7a"/>
  </p:notesMasterIdLst>
  <p:sldIdLst>
    <p:sldId xmlns:r="http://schemas.openxmlformats.org/officeDocument/2006/relationships" id="256" r:id="R0605df24cbc44ed9"/>
    <p:sldId xmlns:r="http://schemas.openxmlformats.org/officeDocument/2006/relationships" id="257" r:id="Reda80ad750b44589"/>
    <p:sldId xmlns:r="http://schemas.openxmlformats.org/officeDocument/2006/relationships" id="258" r:id="Rdc3ab69095a84114"/>
    <p:sldId xmlns:r="http://schemas.openxmlformats.org/officeDocument/2006/relationships" id="259" r:id="Raabe6fdd30de4ad7"/>
    <p:sldId xmlns:r="http://schemas.openxmlformats.org/officeDocument/2006/relationships" id="260" r:id="R62f30f561fc949ac"/>
    <p:sldId xmlns:r="http://schemas.openxmlformats.org/officeDocument/2006/relationships" id="261" r:id="Rbf03a392f50c408b"/>
    <p:sldId xmlns:r="http://schemas.openxmlformats.org/officeDocument/2006/relationships" id="262" r:id="Rbdf58f42a18f469c"/>
    <p:sldId xmlns:r="http://schemas.openxmlformats.org/officeDocument/2006/relationships" id="263" r:id="Rdd6ff0a35fc0465d"/>
    <p:sldId xmlns:r="http://schemas.openxmlformats.org/officeDocument/2006/relationships" id="264" r:id="R2f17d9b71a674230"/>
    <p:sldId xmlns:r="http://schemas.openxmlformats.org/officeDocument/2006/relationships" id="265" r:id="R50bc10f9c16942fa"/>
    <p:sldId xmlns:r="http://schemas.openxmlformats.org/officeDocument/2006/relationships" id="266" r:id="Rcff66aa364ee48c8"/>
    <p:sldId xmlns:r="http://schemas.openxmlformats.org/officeDocument/2006/relationships" id="267" r:id="Rd5bb541707374baa"/>
    <p:sldId xmlns:r="http://schemas.openxmlformats.org/officeDocument/2006/relationships" id="268" r:id="R86381ff4918d4264"/>
    <p:sldId xmlns:r="http://schemas.openxmlformats.org/officeDocument/2006/relationships" id="269" r:id="Rc56bd82facd74284"/>
    <p:sldId xmlns:r="http://schemas.openxmlformats.org/officeDocument/2006/relationships" id="270" r:id="Reee754ddca8d4ff7"/>
    <p:sldId xmlns:r="http://schemas.openxmlformats.org/officeDocument/2006/relationships" id="271" r:id="R1f4c0a1534144e5d"/>
    <p:sldId xmlns:r="http://schemas.openxmlformats.org/officeDocument/2006/relationships" id="272" r:id="R05cdcb262c5041ef"/>
    <p:sldId xmlns:r="http://schemas.openxmlformats.org/officeDocument/2006/relationships" id="273" r:id="R52f4e6d1d31c483d"/>
    <p:sldId xmlns:r="http://schemas.openxmlformats.org/officeDocument/2006/relationships" id="274" r:id="R07c766865d6a4b84"/>
    <p:sldId xmlns:r="http://schemas.openxmlformats.org/officeDocument/2006/relationships" id="275" r:id="R4232858309c141b0"/>
    <p:sldId xmlns:r="http://schemas.openxmlformats.org/officeDocument/2006/relationships" id="276" r:id="R1da45b8aac0d4d18"/>
    <p:sldId xmlns:r="http://schemas.openxmlformats.org/officeDocument/2006/relationships" id="277" r:id="R74cdd86445b94e4c"/>
    <p:sldId xmlns:r="http://schemas.openxmlformats.org/officeDocument/2006/relationships" id="278" r:id="Rab62a8b62b6e46dc"/>
    <p:sldId xmlns:r="http://schemas.openxmlformats.org/officeDocument/2006/relationships" id="279" r:id="R1db0bbe643444a75"/>
    <p:sldId xmlns:r="http://schemas.openxmlformats.org/officeDocument/2006/relationships" id="280" r:id="R2180d37c91144c87"/>
    <p:sldId xmlns:r="http://schemas.openxmlformats.org/officeDocument/2006/relationships" id="281" r:id="R2d85de6df210480c"/>
    <p:sldId xmlns:r="http://schemas.openxmlformats.org/officeDocument/2006/relationships" id="282" r:id="R295d4fc0e0444f19"/>
    <p:sldId xmlns:r="http://schemas.openxmlformats.org/officeDocument/2006/relationships" id="283" r:id="Rfcaad02eb5fe4b53"/>
    <p:sldId xmlns:r="http://schemas.openxmlformats.org/officeDocument/2006/relationships" id="284" r:id="R7702cecb1b674e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ff970bba9a4c07" /><Relationship Type="http://schemas.openxmlformats.org/officeDocument/2006/relationships/slideMaster" Target="/ppt/slideMasters/slideMaster1.xml" Id="Rbc16ed9c640e4221" /><Relationship Type="http://schemas.openxmlformats.org/officeDocument/2006/relationships/notesMaster" Target="/ppt/notesMasters/notesMaster1.xml" Id="R619736ac9c3d4c7a" /><Relationship Type="http://schemas.openxmlformats.org/officeDocument/2006/relationships/presProps" Target="/ppt/presProps.xml" Id="R5fdb49db4ee246ea" /><Relationship Type="http://schemas.openxmlformats.org/officeDocument/2006/relationships/tableStyles" Target="/ppt/tableStyles.xml" Id="Rc60696d627ec420d" /><Relationship Type="http://schemas.openxmlformats.org/officeDocument/2006/relationships/slide" Target="/ppt/slides/slide1.xml" Id="R0605df24cbc44ed9" /><Relationship Type="http://schemas.openxmlformats.org/officeDocument/2006/relationships/slide" Target="/ppt/slides/slide2.xml" Id="Reda80ad750b44589" /><Relationship Type="http://schemas.openxmlformats.org/officeDocument/2006/relationships/slide" Target="/ppt/slides/slide3.xml" Id="Rdc3ab69095a84114" /><Relationship Type="http://schemas.openxmlformats.org/officeDocument/2006/relationships/slide" Target="/ppt/slides/slide4.xml" Id="Raabe6fdd30de4ad7" /><Relationship Type="http://schemas.openxmlformats.org/officeDocument/2006/relationships/slide" Target="/ppt/slides/slide5.xml" Id="R62f30f561fc949ac" /><Relationship Type="http://schemas.openxmlformats.org/officeDocument/2006/relationships/slide" Target="/ppt/slides/slide6.xml" Id="Rbf03a392f50c408b" /><Relationship Type="http://schemas.openxmlformats.org/officeDocument/2006/relationships/slide" Target="/ppt/slides/slide7.xml" Id="Rbdf58f42a18f469c" /><Relationship Type="http://schemas.openxmlformats.org/officeDocument/2006/relationships/slide" Target="/ppt/slides/slide8.xml" Id="Rdd6ff0a35fc0465d" /><Relationship Type="http://schemas.openxmlformats.org/officeDocument/2006/relationships/slide" Target="/ppt/slides/slide9.xml" Id="R2f17d9b71a674230" /><Relationship Type="http://schemas.openxmlformats.org/officeDocument/2006/relationships/slide" Target="/ppt/slides/slide10.xml" Id="R50bc10f9c16942fa" /><Relationship Type="http://schemas.openxmlformats.org/officeDocument/2006/relationships/slide" Target="/ppt/slides/slide11.xml" Id="Rcff66aa364ee48c8" /><Relationship Type="http://schemas.openxmlformats.org/officeDocument/2006/relationships/slide" Target="/ppt/slides/slide12.xml" Id="Rd5bb541707374baa" /><Relationship Type="http://schemas.openxmlformats.org/officeDocument/2006/relationships/slide" Target="/ppt/slides/slide13.xml" Id="R86381ff4918d4264" /><Relationship Type="http://schemas.openxmlformats.org/officeDocument/2006/relationships/slide" Target="/ppt/slides/slide14.xml" Id="Rc56bd82facd74284" /><Relationship Type="http://schemas.openxmlformats.org/officeDocument/2006/relationships/slide" Target="/ppt/slides/slide15.xml" Id="Reee754ddca8d4ff7" /><Relationship Type="http://schemas.openxmlformats.org/officeDocument/2006/relationships/slide" Target="/ppt/slides/slide16.xml" Id="R1f4c0a1534144e5d" /><Relationship Type="http://schemas.openxmlformats.org/officeDocument/2006/relationships/slide" Target="/ppt/slides/slide17.xml" Id="R05cdcb262c5041ef" /><Relationship Type="http://schemas.openxmlformats.org/officeDocument/2006/relationships/slide" Target="/ppt/slides/slide18.xml" Id="R52f4e6d1d31c483d" /><Relationship Type="http://schemas.openxmlformats.org/officeDocument/2006/relationships/slide" Target="/ppt/slides/slide19.xml" Id="R07c766865d6a4b84" /><Relationship Type="http://schemas.openxmlformats.org/officeDocument/2006/relationships/slide" Target="/ppt/slides/slide20.xml" Id="R4232858309c141b0" /><Relationship Type="http://schemas.openxmlformats.org/officeDocument/2006/relationships/slide" Target="/ppt/slides/slide21.xml" Id="R1da45b8aac0d4d18" /><Relationship Type="http://schemas.openxmlformats.org/officeDocument/2006/relationships/slide" Target="/ppt/slides/slide22.xml" Id="R74cdd86445b94e4c" /><Relationship Type="http://schemas.openxmlformats.org/officeDocument/2006/relationships/slide" Target="/ppt/slides/slide23.xml" Id="Rab62a8b62b6e46dc" /><Relationship Type="http://schemas.openxmlformats.org/officeDocument/2006/relationships/slide" Target="/ppt/slides/slide24.xml" Id="R1db0bbe643444a75" /><Relationship Type="http://schemas.openxmlformats.org/officeDocument/2006/relationships/slide" Target="/ppt/slides/slide25.xml" Id="R2180d37c91144c87" /><Relationship Type="http://schemas.openxmlformats.org/officeDocument/2006/relationships/slide" Target="/ppt/slides/slide26.xml" Id="R2d85de6df210480c" /><Relationship Type="http://schemas.openxmlformats.org/officeDocument/2006/relationships/slide" Target="/ppt/slides/slide27.xml" Id="R295d4fc0e0444f19" /><Relationship Type="http://schemas.openxmlformats.org/officeDocument/2006/relationships/slide" Target="/ppt/slides/slide28.xml" Id="Rfcaad02eb5fe4b53" /><Relationship Type="http://schemas.openxmlformats.org/officeDocument/2006/relationships/slide" Target="/ppt/slides/slide29.xml" Id="R7702cecb1b674e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29920c556c4e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5ec01e62574415" /><Relationship Type="http://schemas.openxmlformats.org/officeDocument/2006/relationships/notesMaster" Target="/ppt/notesMasters/notesMaster1.xml" Id="Rf1d2cccc0c3f4d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ca40f0859040d8" /><Relationship Type="http://schemas.openxmlformats.org/officeDocument/2006/relationships/notesMaster" Target="/ppt/notesMasters/notesMaster1.xml" Id="R57360975284a46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52338578904e18" /><Relationship Type="http://schemas.openxmlformats.org/officeDocument/2006/relationships/notesMaster" Target="/ppt/notesMasters/notesMaster1.xml" Id="Rfb1ea44a3f3144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f0e2ca28004f2b" /><Relationship Type="http://schemas.openxmlformats.org/officeDocument/2006/relationships/notesMaster" Target="/ppt/notesMasters/notesMaster1.xml" Id="R9c89148d0a8e4b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f0820382f24c3b" /><Relationship Type="http://schemas.openxmlformats.org/officeDocument/2006/relationships/notesMaster" Target="/ppt/notesMasters/notesMaster1.xml" Id="R504ce362f1c54e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fe93442a2e4863" /><Relationship Type="http://schemas.openxmlformats.org/officeDocument/2006/relationships/notesMaster" Target="/ppt/notesMasters/notesMaster1.xml" Id="Re0beb42a199149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b4be862a5e453b" /><Relationship Type="http://schemas.openxmlformats.org/officeDocument/2006/relationships/notesMaster" Target="/ppt/notesMasters/notesMaster1.xml" Id="R0b0dc2cf089b47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2a9cfe35554c6b" /><Relationship Type="http://schemas.openxmlformats.org/officeDocument/2006/relationships/notesMaster" Target="/ppt/notesMasters/notesMaster1.xml" Id="R6ccbf32d910249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8f1dcf43fb4382" /><Relationship Type="http://schemas.openxmlformats.org/officeDocument/2006/relationships/notesMaster" Target="/ppt/notesMasters/notesMaster1.xml" Id="Rf464c273f76546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fea3c8f61c4b78" /><Relationship Type="http://schemas.openxmlformats.org/officeDocument/2006/relationships/notesMaster" Target="/ppt/notesMasters/notesMaster1.xml" Id="Rc3cc5140219446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8699b02d11444b" /><Relationship Type="http://schemas.openxmlformats.org/officeDocument/2006/relationships/notesMaster" Target="/ppt/notesMasters/notesMaster1.xml" Id="R862e3e1be4db45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4bbbcbf9b247f0" /><Relationship Type="http://schemas.openxmlformats.org/officeDocument/2006/relationships/notesMaster" Target="/ppt/notesMasters/notesMaster1.xml" Id="R1fa1f8feca8748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ff0e79c1774125" /><Relationship Type="http://schemas.openxmlformats.org/officeDocument/2006/relationships/notesMaster" Target="/ppt/notesMasters/notesMaster1.xml" Id="Ra25b595a6ec741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3778c5a98d495a" /><Relationship Type="http://schemas.openxmlformats.org/officeDocument/2006/relationships/notesMaster" Target="/ppt/notesMasters/notesMaster1.xml" Id="R7546be8550c54b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96a70eae0849d0" /><Relationship Type="http://schemas.openxmlformats.org/officeDocument/2006/relationships/notesMaster" Target="/ppt/notesMasters/notesMaster1.xml" Id="Rc069e7747f9e45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de6aa4f9314095" /><Relationship Type="http://schemas.openxmlformats.org/officeDocument/2006/relationships/notesMaster" Target="/ppt/notesMasters/notesMaster1.xml" Id="Rd9c099fa600c4a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79b4f8120f44bd" /><Relationship Type="http://schemas.openxmlformats.org/officeDocument/2006/relationships/notesMaster" Target="/ppt/notesMasters/notesMaster1.xml" Id="Rd49684dffd2b4bc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09ae8ecfaf4f38" /><Relationship Type="http://schemas.openxmlformats.org/officeDocument/2006/relationships/notesMaster" Target="/ppt/notesMasters/notesMaster1.xml" Id="Ra9cc91bf840c48a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769786a25294855" /><Relationship Type="http://schemas.openxmlformats.org/officeDocument/2006/relationships/notesMaster" Target="/ppt/notesMasters/notesMaster1.xml" Id="R4e0cfe7ddb614a9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52c5d220ce4a0b" /><Relationship Type="http://schemas.openxmlformats.org/officeDocument/2006/relationships/notesMaster" Target="/ppt/notesMasters/notesMaster1.xml" Id="R8a484abb4c9f4b3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9bc366fdcf64d8d" /><Relationship Type="http://schemas.openxmlformats.org/officeDocument/2006/relationships/notesMaster" Target="/ppt/notesMasters/notesMaster1.xml" Id="Rcb65ab3c79074c6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e3839af7944fe6" /><Relationship Type="http://schemas.openxmlformats.org/officeDocument/2006/relationships/notesMaster" Target="/ppt/notesMasters/notesMaster1.xml" Id="Rbf8fe2c3566f4d8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8ad639c0be54b00" /><Relationship Type="http://schemas.openxmlformats.org/officeDocument/2006/relationships/notesMaster" Target="/ppt/notesMasters/notesMaster1.xml" Id="Rc0b63b83133b44c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3378ecc2ab04214" /><Relationship Type="http://schemas.openxmlformats.org/officeDocument/2006/relationships/notesMaster" Target="/ppt/notesMasters/notesMaster1.xml" Id="Rb3951049393646d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ccc0b943dcd47dc" /><Relationship Type="http://schemas.openxmlformats.org/officeDocument/2006/relationships/notesMaster" Target="/ppt/notesMasters/notesMaster1.xml" Id="R9d4c482779cf45a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c51421e073f4357" /><Relationship Type="http://schemas.openxmlformats.org/officeDocument/2006/relationships/notesMaster" Target="/ppt/notesMasters/notesMaster1.xml" Id="Rd4cbe72544dd422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df0838b0a7143aa" /><Relationship Type="http://schemas.openxmlformats.org/officeDocument/2006/relationships/notesMaster" Target="/ppt/notesMasters/notesMaster1.xml" Id="R2745d6a3e6ad4be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056deda44c54fdc" /><Relationship Type="http://schemas.openxmlformats.org/officeDocument/2006/relationships/notesMaster" Target="/ppt/notesMasters/notesMaster1.xml" Id="R3a469ea5a73240e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cce1f5e29a94b2e" /><Relationship Type="http://schemas.openxmlformats.org/officeDocument/2006/relationships/notesMaster" Target="/ppt/notesMasters/notesMaster1.xml" Id="R46e536d9990645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1. Institution: Government Aided Autonomous Institution Affiliated to Anna University, Coimbatore 641014.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3. Results refresh every 15 seconds and after voting or publishing. Source: project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4.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5. Gemini requires configuration. It is not enabled in the supplied checkout.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6. Technology roles follow the supplied deck. Hosting listed here does not establish a live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7. Architecture clarified against project README.md: browser-local identity and bookmarks, server Route Handlers, Supabase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8.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9.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9.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10.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10.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10.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11.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11.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11.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11.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12.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12.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12. Original supplied screenshot. Values describe the captured demonstration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13. Original full-page mobile screenshot, divided into consecutive sections for readability. No page content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13. Original full-page mobile screenshot, divided into consecutive sections for readability. No page content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13. Original full-page mobile screenshot, divided into consecutive sections for readability. No page content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14. Interface observations relate to the supplied captures, not a current product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15.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15. Service categories from the supplied analysis, not verified internal Apple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17. Optional Gemini drafting requires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2403717610421033 - Mrithyunjayan M.pptx, slide 18.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6faf04f21746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bba052f17f4915" /><Relationship Type="http://schemas.openxmlformats.org/officeDocument/2006/relationships/slideLayout" Target="/ppt/slideLayouts/slideLayout1.xml" Id="Re71df263f20a4d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1df263f20a4d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75ed7f7434c60" /><Relationship Type="http://schemas.openxmlformats.org/officeDocument/2006/relationships/image" Target="/ppt/media/image.png" Id="Re3a8e3ac1f604866" /><Relationship Type="http://schemas.openxmlformats.org/officeDocument/2006/relationships/notesSlide" Target="/ppt/notesSlides/notesSlide1.xml" Id="R7181151d9dda40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6b119c26f4a26" /><Relationship Type="http://schemas.openxmlformats.org/officeDocument/2006/relationships/notesSlide" Target="/ppt/notesSlides/notesSlide2.xml" Id="R706e9235fffc44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de22ee0224236" /><Relationship Type="http://schemas.openxmlformats.org/officeDocument/2006/relationships/notesSlide" Target="/ppt/notesSlides/notesSlide3.xml" Id="Rf48129052c8d48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d30f847364f56" /><Relationship Type="http://schemas.openxmlformats.org/officeDocument/2006/relationships/notesSlide" Target="/ppt/notesSlides/notesSlide4.xml" Id="R4d027dcdd3d54d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9c08738c64e0e" /><Relationship Type="http://schemas.openxmlformats.org/officeDocument/2006/relationships/notesSlide" Target="/ppt/notesSlides/notesSlide5.xml" Id="Re747789cf1de43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c4707cd894b80" /><Relationship Type="http://schemas.openxmlformats.org/officeDocument/2006/relationships/notesSlide" Target="/ppt/notesSlides/notesSlide6.xml" Id="R7e94257e010449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92cca6ecf486e" /><Relationship Type="http://schemas.openxmlformats.org/officeDocument/2006/relationships/notesSlide" Target="/ppt/notesSlides/notesSlide7.xml" Id="R94f6ed6e363743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a34d92b4b4f88" /><Relationship Type="http://schemas.openxmlformats.org/officeDocument/2006/relationships/notesSlide" Target="/ppt/notesSlides/notesSlide8.xml" Id="R9d5c5ccdd12242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4fe725bc14893" /><Relationship Type="http://schemas.openxmlformats.org/officeDocument/2006/relationships/image" Target="/ppt/media/image2.png" Id="Re53e45782ffc45e1" /><Relationship Type="http://schemas.openxmlformats.org/officeDocument/2006/relationships/notesSlide" Target="/ppt/notesSlides/notesSlide9.xml" Id="R935a06a93cba40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f480be506404d" /><Relationship Type="http://schemas.openxmlformats.org/officeDocument/2006/relationships/image" Target="/ppt/media/image3.png" Id="R9cd84af6929c43e2" /><Relationship Type="http://schemas.openxmlformats.org/officeDocument/2006/relationships/notesSlide" Target="/ppt/notesSlides/notesSlide10.xml" Id="Rb643e87a09714c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7859fc9274723" /><Relationship Type="http://schemas.openxmlformats.org/officeDocument/2006/relationships/image" Target="/ppt/media/image4.png" Id="R507e1a734a804e9c" /><Relationship Type="http://schemas.openxmlformats.org/officeDocument/2006/relationships/notesSlide" Target="/ppt/notesSlides/notesSlide11.xml" Id="R1df3b15245fa4e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6fd83da8d43d3" /><Relationship Type="http://schemas.openxmlformats.org/officeDocument/2006/relationships/image" Target="/ppt/media/image5.png" Id="R4fe113a5d4824ea5" /><Relationship Type="http://schemas.openxmlformats.org/officeDocument/2006/relationships/notesSlide" Target="/ppt/notesSlides/notesSlide12.xml" Id="R255fd8fab4a24f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38d0b0fff4173" /><Relationship Type="http://schemas.openxmlformats.org/officeDocument/2006/relationships/image" Target="/ppt/media/image6.png" Id="R609e7a07e514415d" /><Relationship Type="http://schemas.openxmlformats.org/officeDocument/2006/relationships/notesSlide" Target="/ppt/notesSlides/notesSlide13.xml" Id="Ra1ea2eb8d81546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7cd7d8e474bda" /><Relationship Type="http://schemas.openxmlformats.org/officeDocument/2006/relationships/image" Target="/ppt/media/image7.png" Id="R740e472b5a1c4c19" /><Relationship Type="http://schemas.openxmlformats.org/officeDocument/2006/relationships/notesSlide" Target="/ppt/notesSlides/notesSlide14.xml" Id="Ra4396fbebf1f4b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7ef8bab034bf1" /><Relationship Type="http://schemas.openxmlformats.org/officeDocument/2006/relationships/image" Target="/ppt/media/image8.png" Id="R7a38c420f85f4265" /><Relationship Type="http://schemas.openxmlformats.org/officeDocument/2006/relationships/notesSlide" Target="/ppt/notesSlides/notesSlide15.xml" Id="R9711719ab551424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6ee6c459a497b" /><Relationship Type="http://schemas.openxmlformats.org/officeDocument/2006/relationships/image" Target="/ppt/media/image9.png" Id="Rf1e89f0c43b84023" /><Relationship Type="http://schemas.openxmlformats.org/officeDocument/2006/relationships/notesSlide" Target="/ppt/notesSlides/notesSlide16.xml" Id="Rd60ab07496594a1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e461bf89b428f" /><Relationship Type="http://schemas.openxmlformats.org/officeDocument/2006/relationships/image" Target="/ppt/media/image10.png" Id="Rf5547c4871fd4a9b" /><Relationship Type="http://schemas.openxmlformats.org/officeDocument/2006/relationships/notesSlide" Target="/ppt/notesSlides/notesSlide17.xml" Id="R9a8ce5d790d84b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9dda8ceb44050" /><Relationship Type="http://schemas.openxmlformats.org/officeDocument/2006/relationships/image" Target="/ppt/media/image11.png" Id="R1cfaa7a0b5264b75" /><Relationship Type="http://schemas.openxmlformats.org/officeDocument/2006/relationships/notesSlide" Target="/ppt/notesSlides/notesSlide18.xml" Id="R92c4e300124d48b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aa18e1cd94062" /><Relationship Type="http://schemas.openxmlformats.org/officeDocument/2006/relationships/image" Target="/ppt/media/image12.png" Id="Ra2813028ec3b44c4" /><Relationship Type="http://schemas.openxmlformats.org/officeDocument/2006/relationships/notesSlide" Target="/ppt/notesSlides/notesSlide19.xml" Id="Rab8565392d7349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6b90e201e4993" /><Relationship Type="http://schemas.openxmlformats.org/officeDocument/2006/relationships/image" Target="/ppt/media/image13.png" Id="Rd046d2524b3b4b73" /><Relationship Type="http://schemas.openxmlformats.org/officeDocument/2006/relationships/notesSlide" Target="/ppt/notesSlides/notesSlide20.xml" Id="R0020137d7eb54f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e1236b1a34260" /><Relationship Type="http://schemas.openxmlformats.org/officeDocument/2006/relationships/image" Target="/ppt/media/image14.png" Id="Rd6850750f7a74aba" /><Relationship Type="http://schemas.openxmlformats.org/officeDocument/2006/relationships/image" Target="/ppt/media/image15.png" Id="R7a06aef670834a77" /><Relationship Type="http://schemas.openxmlformats.org/officeDocument/2006/relationships/image" Target="/ppt/media/image16.png" Id="Rc0e73e0dbdac40a2" /><Relationship Type="http://schemas.openxmlformats.org/officeDocument/2006/relationships/image" Target="/ppt/media/image17.png" Id="Rfb380a54ddb24a62" /><Relationship Type="http://schemas.openxmlformats.org/officeDocument/2006/relationships/notesSlide" Target="/ppt/notesSlides/notesSlide21.xml" Id="R926f96ed7e804d8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7442113494e64" /><Relationship Type="http://schemas.openxmlformats.org/officeDocument/2006/relationships/image" Target="/ppt/media/image18.png" Id="Rf7c1de1f6d784e7a" /><Relationship Type="http://schemas.openxmlformats.org/officeDocument/2006/relationships/image" Target="/ppt/media/image19.png" Id="R0c394be031374feb" /><Relationship Type="http://schemas.openxmlformats.org/officeDocument/2006/relationships/image" Target="/ppt/media/image20.png" Id="R033a0e9905274603" /><Relationship Type="http://schemas.openxmlformats.org/officeDocument/2006/relationships/notesSlide" Target="/ppt/notesSlides/notesSlide22.xml" Id="R1bd9ea96c3ee416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2db36deeb4651" /><Relationship Type="http://schemas.openxmlformats.org/officeDocument/2006/relationships/image" Target="/ppt/media/image21.png" Id="Rc8b0e9eff6794c01" /><Relationship Type="http://schemas.openxmlformats.org/officeDocument/2006/relationships/image" Target="/ppt/media/image22.png" Id="Re1cedbea599c44f9" /><Relationship Type="http://schemas.openxmlformats.org/officeDocument/2006/relationships/notesSlide" Target="/ppt/notesSlides/notesSlide23.xml" Id="R6a9f31480f6146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48a19553b4c1b" /><Relationship Type="http://schemas.openxmlformats.org/officeDocument/2006/relationships/image" Target="/ppt/media/image.jpeg" Id="R211c39f006864edb" /><Relationship Type="http://schemas.openxmlformats.org/officeDocument/2006/relationships/image" Target="/ppt/media/image2.jpeg" Id="Rc492aca664794f62" /><Relationship Type="http://schemas.openxmlformats.org/officeDocument/2006/relationships/image" Target="/ppt/media/image3.jpeg" Id="R80b5c45fcca74856" /><Relationship Type="http://schemas.openxmlformats.org/officeDocument/2006/relationships/image" Target="/ppt/media/image4.jpeg" Id="Rfa067553647d4886" /><Relationship Type="http://schemas.openxmlformats.org/officeDocument/2006/relationships/notesSlide" Target="/ppt/notesSlides/notesSlide24.xml" Id="Rb825fe2e3b9749e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dd605bfa54c51" /><Relationship Type="http://schemas.openxmlformats.org/officeDocument/2006/relationships/image" Target="/ppt/media/image5.jpeg" Id="Rca4781ee225c40b8" /><Relationship Type="http://schemas.openxmlformats.org/officeDocument/2006/relationships/image" Target="/ppt/media/image6.jpeg" Id="Rf62b3cf31b394fd9" /><Relationship Type="http://schemas.openxmlformats.org/officeDocument/2006/relationships/notesSlide" Target="/ppt/notesSlides/notesSlide25.xml" Id="Rec06ecd1e0cb4cc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76d34554c46ca" /><Relationship Type="http://schemas.openxmlformats.org/officeDocument/2006/relationships/notesSlide" Target="/ppt/notesSlides/notesSlide26.xml" Id="R26c61776d4d943d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cae0839af4dad" /><Relationship Type="http://schemas.openxmlformats.org/officeDocument/2006/relationships/notesSlide" Target="/ppt/notesSlides/notesSlide27.xml" Id="Ra0030a8d1f0a42e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3900097df43e1" /><Relationship Type="http://schemas.openxmlformats.org/officeDocument/2006/relationships/notesSlide" Target="/ppt/notesSlides/notesSlide28.xml" Id="Rfbc3a8ee848b4c2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3098bfda7428c" /><Relationship Type="http://schemas.openxmlformats.org/officeDocument/2006/relationships/notesSlide" Target="/ppt/notesSlides/notesSlide29.xml" Id="R51dd73f8f5884d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94433-B841-40E4-B476-9380AEAD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Coimbatore Institute of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621D1-C9E1-4288-AF09-61F8906D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CC6A8-4A86-4E90-98B0-E19286F8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0A77F-9682-4CEA-A417-70ADEE5E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669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audience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AFCDE-8AD3-4619-BBDE-BC09B119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Mrithyunjayan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96684-0C4C-4BDD-AD3D-B4E1CF84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Register No. 2403717610421033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800E6-3FC2-4E60-B8D2-04E3B179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B.E. Computer Science and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50021-3D32-47A6-A30F-C17F2F24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13 September 2026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8e3ac1f604866"/>
          <a:stretch xmlns:a="http://schemas.openxmlformats.org/drawingml/2006/main"/>
        </p:blipFill>
        <p:spPr>
          <a:xfrm xmlns:a="http://schemas.openxmlformats.org/drawingml/2006/main">
            <a:off x="10382250" y="61912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69DBD-799E-46B1-A074-0D0FA505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Government Aided Autonomous Institution Affiliated to Anna University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C8931-8071-4BFE-A544-3297BBF1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Coimbatore 641014</a:t>
            </a:r>
          </a:p>
        </p:txBody>
      </p:sp>
    </p:spTree>
    <p:extLst>
      <p:ext uri="{BB962C8B-B14F-4D97-AF65-F5344CB8AC3E}">
        <p14:creationId xmlns:p14="http://schemas.microsoft.com/office/powerpoint/2010/main" val="14521735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D3102-6D1E-4989-9051-407AA625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Presentation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5BAF9-D1A0-458A-96AE-815228A0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B61E3-C678-4407-9962-315A014A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844EC-81F9-4951-BB72-F965A7A4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087F8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08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4956F-746B-4DEA-BE61-B9995E52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049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Context &amp; objectives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B4D0F-6864-4D84-9BA9-1492A672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526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Introduction, problem statement and project goals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298A4-DD22-4F32-ADCE-9E2F3976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087F8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08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80F94-16B8-4928-A53D-59175138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D08B0-AB1C-47F9-AD6A-C838FF1D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385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Technologies, application structure and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66D54-7B41-4479-A35C-31EF6762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087F8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08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E0E75-DBCE-443E-A48F-802A8BED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766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Product walkthrough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C8580-D60B-4EFE-AEEB-298F2790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243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Desktop screens and responsive mobile layouts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7776C-0D4C-47C4-8776-FFB7C542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087F8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08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B11F1-CCEE-43E9-AEBF-2E5EEE73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625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Interface study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F3A23-20FD-41BD-8A42-7419F16F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0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Apple TV analysis, design lessons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044308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5C0B7-19E6-4FC2-9A98-B054AC1E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 workspace for audience participation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1E4C8-0309-4779-84BB-2300813F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D0460-17C9-4572-97D5-31E4DBD2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12613-1139-4030-8EC5-FEE8574F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Kealvi brings poll creation, voting and result review into one responsive web application.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0073C-C636-4490-A619-3441BA05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Core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E6F98-AB2B-4A7B-BC76-788FF362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Create a poll, collect votes, review results and make a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32297-2384-422E-BBC1-AA66F1C0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Audience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30E67-1A95-4C49-BD33-A6B3F288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Teams, classrooms, communities and live sessions.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E6F56-0548-43C5-95A1-2E85EED5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Interaction 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95B73-8108-4915-BD33-75F142C4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Quick actions with clear feedback on desktop and mobile.</a:t>
            </a:r>
          </a:p>
        </p:txBody>
      </p:sp>
    </p:spTree>
    <p:extLst>
      <p:ext uri="{BB962C8B-B14F-4D97-AF65-F5344CB8AC3E}">
        <p14:creationId xmlns:p14="http://schemas.microsoft.com/office/powerpoint/2010/main" val="5370635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06342-0FC9-4F8A-B19E-35E1ED0A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The problem with fragmented polling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E01E2-031E-48F0-9126-AC5A7D7A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96EED-214A-4255-9941-E282D7B3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E6C94-87E3-4CB1-B6A1-8B9AA299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Questions, responses and results often live in different tools.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EC46E-5D9E-4FB6-94BE-D7DE9B92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Fragmented interaction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DAA5A-BF3D-4139-BEAB-5B132368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Separate forms and chat threads add friction for organizers and participants.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076DE-287F-418D-9C4A-701C9387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Limited visibility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D9FBB-5A98-4A15-AB4C-FF9B4F0B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A scattered workflow makes active polls and response distribution harder to follow.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2FCC0-D7F8-4106-ADD2-0EFFAFF5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Weak decision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FC8BB-C7B6-489B-B28A-1144EE37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Raw responses need context, including participation history and engagement.</a:t>
            </a:r>
          </a:p>
        </p:txBody>
      </p:sp>
    </p:spTree>
    <p:extLst>
      <p:ext uri="{BB962C8B-B14F-4D97-AF65-F5344CB8AC3E}">
        <p14:creationId xmlns:p14="http://schemas.microsoft.com/office/powerpoint/2010/main" val="11754659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1FDE6-DE12-4CE0-89E1-BBCEBC28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9D1CA-FE08-487C-8EDD-07C83C0A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07CA8-4ED8-407B-AF9A-D532875E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8488C-D1E7-440D-A8B9-A47671E6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Create and manage polls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E8358-0584-4983-ADB2-D51FDAE0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Set a question, answer options, category and closing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CE631-5D3D-4E28-9A99-9B69BD9A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Support live voting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3B0B6-9708-4CFD-8EA7-B6D3440A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Record responses and display the result distribution.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3D88A-8BD2-499B-A1D9-20CB6B5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Organize poll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2D025-649D-4446-92DC-B4C5FD02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Search and filter All polls, My polls, Voted and Saved.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22B12-63D2-4B50-B506-7DC2EB4A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Show participation insights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32AE8-2DCE-479C-9B9A-FCE4B74B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Review rankings, category summaries and recent activity.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87839-2FAD-4EAE-9079-212A85DE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Support mobile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F1A75-4E38-49F4-8F85-5DDD90F6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Keep navigation and essential actions accessible.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5E4D1-1214-4F3A-A92C-FACA41A5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815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Assist poll drafting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A19A3-7ADB-47EB-BC4B-657AD33E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720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Offer optional Gemini drafts alongside editable templates.</a:t>
            </a:r>
          </a:p>
        </p:txBody>
      </p:sp>
    </p:spTree>
    <p:extLst>
      <p:ext uri="{BB962C8B-B14F-4D97-AF65-F5344CB8AC3E}">
        <p14:creationId xmlns:p14="http://schemas.microsoft.com/office/powerpoint/2010/main" val="10083194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2B6AE-4F58-46C4-BBA0-2CBD64A3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Technologies and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7EC8A-9AA0-4657-81B4-7B36BE0E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FA82A-9EC5-4F69-BB15-4F769947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10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102C3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Next.js / React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Web interface and application routes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CSS / Tailwind CSS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Responsive styling and interface layout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Supabase / PostgreSQL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Poll, option and vote persistence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Google Gemini (optional)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Assisted poll drafting when configured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Vercel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Hosting and deployment platform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GitHub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Source control and collaboration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4501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702F0-7C7C-43D7-B5DA-E812F96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7D650-5A7B-45CE-89BE-233C0D3B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0AA7F-E92E-4A5D-BC01-8F27F398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C5BFA-BB21-4D22-82EB-8390A0A8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01  Browser 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0AE71-4AE1-4B7D-877A-6330C43B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Audience and organizers use Next.js / React pages, forms and poll views.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970B4-F51C-4745-BC9B-44BE743A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02  Application routes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D8C9A-BB8B-413C-B380-86AC5AD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Server handlers validate creation and voting requests, then return updated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1290F-0912-4D7C-BC52-B4DDB0D2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03  Supabase / 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A5247-268A-4168-879F-047487B2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Persistent data stores polls, answer options and recorded votes.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AC436-3773-4467-BBBD-4E889037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04  Optional Gemini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355BE-039C-4287-80D4-2861A29B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A server route requests a draft when the Gemini API key is configured.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4285F-3DC4-4104-9C10-43115469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Browser storage retains display identity and saved polls. GitHub and Vercel support delivery.</a:t>
            </a:r>
          </a:p>
        </p:txBody>
      </p:sp>
    </p:spTree>
    <p:extLst>
      <p:ext uri="{BB962C8B-B14F-4D97-AF65-F5344CB8AC3E}">
        <p14:creationId xmlns:p14="http://schemas.microsoft.com/office/powerpoint/2010/main" val="142787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24465-E756-4A71-B711-E7DD1406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Application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52E7D-3248-406A-A5E5-66AE022E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33F1B-5B70-4AC1-9474-E20A6EA2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8B515-043A-4908-8E2A-0A81AF0A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Overview and polling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86503-E25E-4097-8A84-1DECA14F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Workspace totals, editable templates, voting and poll closing.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BC08-9458-4DF8-BED3-9E73129E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Poll library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1AD09-AAA7-4854-B4F3-6A3F7575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Saved polls, voting history, search and status filters.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85FB4-E395-4582-80AB-BF309647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Leaderboard and insights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0D282-47E8-4BCC-BB19-A903AB67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Contributor rankings and category-level participation.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5937F-C281-497D-81E8-F87E6450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Activity feed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CFAFB-3388-4531-A026-BE2B8C57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Recent poll launches and voting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789F6-317F-46B8-AC5B-F1FB9B6D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Sharing and 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01929-4505-404E-BC8B-4915B3CE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Direct poll links and downloadable JSON results.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650BF-EE0B-487E-8E7A-6BEF49CD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815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Responsive interface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55DF0-3D77-4D0A-BEEB-34A75475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720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Desktop and mobile views with clear action feedback.</a:t>
            </a:r>
          </a:p>
        </p:txBody>
      </p:sp>
    </p:spTree>
    <p:extLst>
      <p:ext uri="{BB962C8B-B14F-4D97-AF65-F5344CB8AC3E}">
        <p14:creationId xmlns:p14="http://schemas.microsoft.com/office/powerpoint/2010/main" val="9475191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FFC9E-655D-47FA-A977-03C8B6F3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Overview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286EF-FD62-4C9C-9D01-9644C75A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094A8-26CD-4C42-8894-E7D69EB3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e45782ffc45e1"/>
          <a:stretch xmlns:a="http://schemas.openxmlformats.org/drawingml/2006/main"/>
        </p:blipFill>
        <p:spPr>
          <a:xfrm xmlns:a="http://schemas.openxmlformats.org/drawingml/2006/main">
            <a:off x="5100711" y="1581150"/>
            <a:ext cx="5095728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B1A5E-B887-4BFE-9DF0-7D21E6FB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Workspace metrics provide a quick view of active polls, responses and recent activity.</a:t>
            </a:r>
          </a:p>
        </p:txBody>
      </p:sp>
    </p:spTree>
    <p:extLst>
      <p:ext uri="{BB962C8B-B14F-4D97-AF65-F5344CB8AC3E}">
        <p14:creationId xmlns:p14="http://schemas.microsoft.com/office/powerpoint/2010/main" val="151192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6FACC-C3E1-4C78-9330-573A9547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Poll creation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73B06-9059-41DA-A659-D9ED6791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3311E-85AB-4CA2-925A-CBB650A9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84af6929c43e2"/>
          <a:stretch xmlns:a="http://schemas.openxmlformats.org/drawingml/2006/main"/>
        </p:blipFill>
        <p:spPr>
          <a:xfrm xmlns:a="http://schemas.openxmlformats.org/drawingml/2006/main">
            <a:off x="6271615" y="1581150"/>
            <a:ext cx="2753921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3C84B-35CE-45AD-87BD-B06E5071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Templates give creators a starting point. Questions, options and closing times remain editable.</a:t>
            </a:r>
          </a:p>
        </p:txBody>
      </p:sp>
    </p:spTree>
    <p:extLst>
      <p:ext uri="{BB962C8B-B14F-4D97-AF65-F5344CB8AC3E}">
        <p14:creationId xmlns:p14="http://schemas.microsoft.com/office/powerpoint/2010/main" val="9415559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CFD4D-9687-41A2-AD6D-CCEC4C47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Live voting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51038-FF80-4427-946E-6E67745E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A1E44-B9FB-4F44-9746-1EBA32F5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e1a734a804e9c"/>
          <a:stretch xmlns:a="http://schemas.openxmlformats.org/drawingml/2006/main"/>
        </p:blipFill>
        <p:spPr>
          <a:xfrm xmlns:a="http://schemas.openxmlformats.org/drawingml/2006/main">
            <a:off x="5948244" y="1581150"/>
            <a:ext cx="3400661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E7BE9-E76F-49F2-82E3-46AD4672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Participants choose an answer and receive clear confirmation with updated counts and percentages.</a:t>
            </a:r>
          </a:p>
        </p:txBody>
      </p:sp>
    </p:spTree>
    <p:extLst>
      <p:ext uri="{BB962C8B-B14F-4D97-AF65-F5344CB8AC3E}">
        <p14:creationId xmlns:p14="http://schemas.microsoft.com/office/powerpoint/2010/main" val="1845697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58BDB-E638-4EEA-9051-600FA0F0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Closed poll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CC472-21C2-4123-9141-57331D73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140CE-0E40-4EF2-8A49-1EEDA5D8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113a5d4824ea5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43582-8A63-46F9-9755-EB016632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Closing a poll disables voting while keeping the final result distribution available.</a:t>
            </a:r>
          </a:p>
        </p:txBody>
      </p:sp>
    </p:spTree>
    <p:extLst>
      <p:ext uri="{BB962C8B-B14F-4D97-AF65-F5344CB8AC3E}">
        <p14:creationId xmlns:p14="http://schemas.microsoft.com/office/powerpoint/2010/main" val="7238833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221D0-9B2C-43A3-A44D-1C4F00D4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Search and empty states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2EAC1-3877-4A22-ACF3-60E7AE07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2E5F0-DC34-44E8-92D3-5840D8E0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e7a07e514415d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3EF4A-E73F-46DB-8680-AA4E76ED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When no poll matches, the interface explains the empty state and suggests a next step.</a:t>
            </a:r>
          </a:p>
        </p:txBody>
      </p:sp>
    </p:spTree>
    <p:extLst>
      <p:ext uri="{BB962C8B-B14F-4D97-AF65-F5344CB8AC3E}">
        <p14:creationId xmlns:p14="http://schemas.microsoft.com/office/powerpoint/2010/main" val="21154223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F7908-225C-471D-8DC9-77466F18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Shared poll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C6943-A635-471A-A2EC-2C787D79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E274A-9ADE-4DB0-8C51-CF5ADEE5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e472b5a1c4c19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228CE-A82F-496A-99D3-7E35DF9C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A direct link focuses the workspace on one poll. Users can return to the full library.</a:t>
            </a:r>
          </a:p>
        </p:txBody>
      </p:sp>
    </p:spTree>
    <p:extLst>
      <p:ext uri="{BB962C8B-B14F-4D97-AF65-F5344CB8AC3E}">
        <p14:creationId xmlns:p14="http://schemas.microsoft.com/office/powerpoint/2010/main" val="1723383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3DE5C-2B6B-4C68-991E-03F0A48F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Saved polls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57779-6ADF-402C-B285-F8F553A0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F95E5-FA6D-4B83-83A6-5A9CE2DB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8c420f85f4265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DB161-ECE7-4690-B7BB-E513B075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Bookmarks keep useful polls within reach and persist across reloads in the same browser.</a:t>
            </a:r>
          </a:p>
        </p:txBody>
      </p:sp>
    </p:spTree>
    <p:extLst>
      <p:ext uri="{BB962C8B-B14F-4D97-AF65-F5344CB8AC3E}">
        <p14:creationId xmlns:p14="http://schemas.microsoft.com/office/powerpoint/2010/main" val="10460100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36B84-D778-464C-BD99-E4372D5F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My polls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A6CD6-2110-4517-9D37-97AF4555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68D00-68AD-488D-8481-A55CF10C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89f0c43b84023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F829D-2D54-41DD-B6C9-6768A382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Creators can revisit polls made in their browser and manage their closing state.</a:t>
            </a:r>
          </a:p>
        </p:txBody>
      </p:sp>
    </p:spTree>
    <p:extLst>
      <p:ext uri="{BB962C8B-B14F-4D97-AF65-F5344CB8AC3E}">
        <p14:creationId xmlns:p14="http://schemas.microsoft.com/office/powerpoint/2010/main" val="20266054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0DE2F-3A3E-4BA3-851D-91EA9285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Voting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AE776-CBC7-46C4-86E3-4BCC3EE5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2B76C-AD55-464A-AF07-C14C8C0B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47c4871fd4a9b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3C308-98F6-4E4D-88A1-EEFD9E83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The Voted collection provides a convenient way to revisit participated polls and their results.</a:t>
            </a:r>
          </a:p>
        </p:txBody>
      </p:sp>
    </p:spTree>
    <p:extLst>
      <p:ext uri="{BB962C8B-B14F-4D97-AF65-F5344CB8AC3E}">
        <p14:creationId xmlns:p14="http://schemas.microsoft.com/office/powerpoint/2010/main" val="14399385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DA609-C1EF-45DF-89B1-0C292742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Contributor leaderboard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2C4C6-12B4-4282-B3DB-DCF66D27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A166C-06FC-4929-A440-A002DC89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aa7a0b5264b75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2DC6D-FDDC-48F8-9878-865072B6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The leaderboard brings poll creation and named voting activity into one contributor view.</a:t>
            </a:r>
          </a:p>
        </p:txBody>
      </p:sp>
    </p:spTree>
    <p:extLst>
      <p:ext uri="{BB962C8B-B14F-4D97-AF65-F5344CB8AC3E}">
        <p14:creationId xmlns:p14="http://schemas.microsoft.com/office/powerpoint/2010/main" val="635787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C0932-FCD4-4429-B737-862E13C2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Participation insights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8FB94-46E8-48A5-A8B2-259D1B13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48032-A4A5-48F7-939A-C2888B9A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13028ec3b44c4"/>
          <a:stretch xmlns:a="http://schemas.openxmlformats.org/drawingml/2006/main"/>
        </p:blipFill>
        <p:spPr>
          <a:xfrm xmlns:a="http://schemas.openxmlformats.org/drawingml/2006/main">
            <a:off x="4356735" y="15811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66A01-A967-4095-BC38-794263F4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Engagement indicators and category summaries help users interpret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21193173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4ECA8-64AE-4FB5-84C7-E842EFE7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Activity feed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257DF-A2DE-4429-876F-E8818A3C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Product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67829-1704-400E-8430-3DDFA7EA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6d2524b3b4b73"/>
          <a:stretch xmlns:a="http://schemas.openxmlformats.org/drawingml/2006/main"/>
        </p:blipFill>
        <p:spPr>
          <a:xfrm xmlns:a="http://schemas.openxmlformats.org/drawingml/2006/main">
            <a:off x="4905375" y="1581150"/>
            <a:ext cx="548640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DF02A-F31F-4D68-B7EE-DE6D166A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7241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Recent poll launches and votes appear with context and relative time indicators.</a:t>
            </a:r>
          </a:p>
        </p:txBody>
      </p:sp>
    </p:spTree>
    <p:extLst>
      <p:ext uri="{BB962C8B-B14F-4D97-AF65-F5344CB8AC3E}">
        <p14:creationId xmlns:p14="http://schemas.microsoft.com/office/powerpoint/2010/main" val="17898688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E5E34-9A48-446D-BE63-2DC8D4FD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Mobile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F0D63-9ECD-46F5-9FF1-67182871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Responsive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92F75-561A-44C5-B626-9BABC8B2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50750f7a74aba"/>
          <a:stretch xmlns:a="http://schemas.openxmlformats.org/drawingml/2006/main"/>
        </p:blipFill>
        <p:spPr>
          <a:xfrm xmlns:a="http://schemas.openxmlformats.org/drawingml/2006/main">
            <a:off x="609600" y="1747838"/>
            <a:ext cx="2476500" cy="39624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6aef670834a77"/>
          <a:stretch xmlns:a="http://schemas.openxmlformats.org/drawingml/2006/main"/>
        </p:blipFill>
        <p:spPr>
          <a:xfrm xmlns:a="http://schemas.openxmlformats.org/drawingml/2006/main">
            <a:off x="3352800" y="1747838"/>
            <a:ext cx="2476500" cy="39624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73e0dbdac40a2"/>
          <a:stretch xmlns:a="http://schemas.openxmlformats.org/drawingml/2006/main"/>
        </p:blipFill>
        <p:spPr>
          <a:xfrm xmlns:a="http://schemas.openxmlformats.org/drawingml/2006/main">
            <a:off x="6096000" y="1747838"/>
            <a:ext cx="2476500" cy="39624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80a54ddb24a62"/>
          <a:stretch xmlns:a="http://schemas.openxmlformats.org/drawingml/2006/main"/>
        </p:blipFill>
        <p:spPr>
          <a:xfrm xmlns:a="http://schemas.openxmlformats.org/drawingml/2006/main">
            <a:off x="8839200" y="1747838"/>
            <a:ext cx="2476500" cy="3962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8C868-5DC4-41A0-802D-D4DE1105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Page continues from left to right</a:t>
            </a:r>
          </a:p>
        </p:txBody>
      </p:sp>
    </p:spTree>
    <p:extLst>
      <p:ext uri="{BB962C8B-B14F-4D97-AF65-F5344CB8AC3E}">
        <p14:creationId xmlns:p14="http://schemas.microsoft.com/office/powerpoint/2010/main" val="17031165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847CE-0571-4250-9330-A026395A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Mobile poll 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175C0-63B4-4C8E-9328-6A18EA64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Responsive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25593-1038-479F-A8AE-835822A2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1de1f6d784e7a"/>
          <a:stretch xmlns:a="http://schemas.openxmlformats.org/drawingml/2006/main"/>
        </p:blipFill>
        <p:spPr>
          <a:xfrm xmlns:a="http://schemas.openxmlformats.org/drawingml/2006/main">
            <a:off x="1279850" y="1581150"/>
            <a:ext cx="2050399" cy="429577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94be031374feb"/>
          <a:stretch xmlns:a="http://schemas.openxmlformats.org/drawingml/2006/main"/>
        </p:blipFill>
        <p:spPr>
          <a:xfrm xmlns:a="http://schemas.openxmlformats.org/drawingml/2006/main">
            <a:off x="4937450" y="1581150"/>
            <a:ext cx="2050399" cy="429577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a0e9905274603"/>
          <a:stretch xmlns:a="http://schemas.openxmlformats.org/drawingml/2006/main"/>
        </p:blipFill>
        <p:spPr>
          <a:xfrm xmlns:a="http://schemas.openxmlformats.org/drawingml/2006/main">
            <a:off x="8593547" y="1581150"/>
            <a:ext cx="2053406" cy="4295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E8F5E-A4AA-4092-A9AE-E17DD49A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Page continues from left to right</a:t>
            </a:r>
          </a:p>
        </p:txBody>
      </p:sp>
    </p:spTree>
    <p:extLst>
      <p:ext uri="{BB962C8B-B14F-4D97-AF65-F5344CB8AC3E}">
        <p14:creationId xmlns:p14="http://schemas.microsoft.com/office/powerpoint/2010/main" val="10564048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237E1-99CE-4E84-A8EC-E4066C52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Mobile activity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764A9-C41B-4294-AAC3-F9609334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 / Responsive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97B15-4FB8-4E0C-8D64-3B3F6144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0e9eff6794c01"/>
          <a:stretch xmlns:a="http://schemas.openxmlformats.org/drawingml/2006/main"/>
        </p:blipFill>
        <p:spPr>
          <a:xfrm xmlns:a="http://schemas.openxmlformats.org/drawingml/2006/main">
            <a:off x="2180150" y="1581150"/>
            <a:ext cx="2078601" cy="429577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edbea599c44f9"/>
          <a:stretch xmlns:a="http://schemas.openxmlformats.org/drawingml/2006/main"/>
        </p:blipFill>
        <p:spPr>
          <a:xfrm xmlns:a="http://schemas.openxmlformats.org/drawingml/2006/main">
            <a:off x="7665259" y="1581150"/>
            <a:ext cx="2081183" cy="42957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1321B-E5EE-4D1E-8C5A-E0942DDD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Page continues from left to right</a:t>
            </a:r>
          </a:p>
        </p:txBody>
      </p:sp>
    </p:spTree>
    <p:extLst>
      <p:ext uri="{BB962C8B-B14F-4D97-AF65-F5344CB8AC3E}">
        <p14:creationId xmlns:p14="http://schemas.microsoft.com/office/powerpoint/2010/main" val="17376405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9EACB-2099-4E1B-B5C7-61BDC7AD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Apple TV: content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9B47C-6DEB-42AC-AC30-5A794031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Apple TV / Interface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D9875-B816-4E7D-B22F-0EDDD164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c39f006864edb"/>
          <a:stretch xmlns:a="http://schemas.openxmlformats.org/drawingml/2006/main"/>
        </p:blipFill>
        <p:spPr>
          <a:xfrm xmlns:a="http://schemas.openxmlformats.org/drawingml/2006/main">
            <a:off x="1075172" y="1619250"/>
            <a:ext cx="1602507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E3477-6081-4892-97B3-021DF3BF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514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Home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2aca664794f62"/>
          <a:stretch xmlns:a="http://schemas.openxmlformats.org/drawingml/2006/main"/>
        </p:blipFill>
        <p:spPr>
          <a:xfrm xmlns:a="http://schemas.openxmlformats.org/drawingml/2006/main">
            <a:off x="3875522" y="1619250"/>
            <a:ext cx="1602507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9A18C-166B-49C7-9053-7D480281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57800"/>
            <a:ext cx="2514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Apple TV+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5c45fcca74856"/>
          <a:stretch xmlns:a="http://schemas.openxmlformats.org/drawingml/2006/main"/>
        </p:blipFill>
        <p:spPr>
          <a:xfrm xmlns:a="http://schemas.openxmlformats.org/drawingml/2006/main">
            <a:off x="6675872" y="1619250"/>
            <a:ext cx="1602507" cy="3476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D3704-135C-4035-AD29-849082B7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57800"/>
            <a:ext cx="2514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67553647d4886"/>
          <a:stretch xmlns:a="http://schemas.openxmlformats.org/drawingml/2006/main"/>
        </p:blipFill>
        <p:spPr>
          <a:xfrm xmlns:a="http://schemas.openxmlformats.org/drawingml/2006/main">
            <a:off x="9476222" y="1619250"/>
            <a:ext cx="1602507" cy="3476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A66D1-DBE4-405E-9CF2-BCE3D834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57800"/>
            <a:ext cx="2514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A6B23-F90A-48E6-9030-2A9EFF74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Featured artwork introduces content. Play, save and persistent navigation support the next action.</a:t>
            </a:r>
          </a:p>
        </p:txBody>
      </p:sp>
    </p:spTree>
    <p:extLst>
      <p:ext uri="{BB962C8B-B14F-4D97-AF65-F5344CB8AC3E}">
        <p14:creationId xmlns:p14="http://schemas.microsoft.com/office/powerpoint/2010/main" val="8416987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221F4-51E0-4F08-B0F0-4FCA5F26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Apple TV: library and account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FCC4F-4C29-4065-B8DB-E80E93CC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Apple TV / Interface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8B70A-8EEE-4064-9B89-8A33FA6B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781ee225c40b8"/>
          <a:stretch xmlns:a="http://schemas.openxmlformats.org/drawingml/2006/main"/>
        </p:blipFill>
        <p:spPr>
          <a:xfrm xmlns:a="http://schemas.openxmlformats.org/drawingml/2006/main">
            <a:off x="945728" y="1552575"/>
            <a:ext cx="1975693" cy="428625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b3cf31b394fd9"/>
          <a:stretch xmlns:a="http://schemas.openxmlformats.org/drawingml/2006/main"/>
        </p:blipFill>
        <p:spPr>
          <a:xfrm xmlns:a="http://schemas.openxmlformats.org/drawingml/2006/main">
            <a:off x="3936578" y="1552575"/>
            <a:ext cx="1975693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63B00-C5F7-474B-B3A4-5893D7A8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57375"/>
            <a:ext cx="4514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5280B-4409-4B58-8E61-6FE7C8AD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A dedicated destination for purchased content and an explanatory empty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09136-72C1-4F84-9958-60581E9A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24275"/>
            <a:ext cx="4514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1362A-1163-4858-AEA1-D6C7C32C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Account settings group subscriptions, purchases and family-related controls.</a:t>
            </a:r>
          </a:p>
        </p:txBody>
      </p:sp>
    </p:spTree>
    <p:extLst>
      <p:ext uri="{BB962C8B-B14F-4D97-AF65-F5344CB8AC3E}">
        <p14:creationId xmlns:p14="http://schemas.microsoft.com/office/powerpoint/2010/main" val="126917253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28423-93B3-4A6D-A620-26BDFB0C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Apple TV: stakeholders and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24FD4-82F5-4D3A-AE0D-1891A9E9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Apple TV / Interface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1A35D-4244-42EF-96BF-E9232797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B2849-C9CC-42DD-B000-63DD7A96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2"/>
                </a:solidFill>
                <a:latin typeface="Arial"/>
                <a:ea typeface="Arial"/>
                <a:cs typeface="Arial"/>
              </a:rPr>
              <a:t>Stakeholders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C357B-4A42-44F9-BEDB-1B0A0143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0482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Viewers and subscribers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Studios and content providers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Purchase and rental operations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Recommendation and analytics teams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Advertising and promotional partners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Support and account teams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61778-2A0F-4A14-BA74-6A1EC739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2"/>
                </a:solidFill>
                <a:latin typeface="Arial"/>
                <a:ea typeface="Arial"/>
                <a:cs typeface="Arial"/>
              </a:rPr>
              <a:t>Supporting services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F04E6-B574-47DD-9ECA-810D3967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2387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Authentication, accounts and family sharing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Subscriptions, payments and purchases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Streaming and content delivery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Search, voice search and recommendations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Watchlists and library management</a:t>
            </a:r>
          </a:p>
          <a:p xmlns:a="http://schemas.openxmlformats.org/drawingml/2006/main">
            <a:pPr>
              <a:defRPr sz="187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Notifications and usage analytics</a:t>
            </a:r>
          </a:p>
        </p:txBody>
      </p:sp>
    </p:spTree>
    <p:extLst>
      <p:ext uri="{BB962C8B-B14F-4D97-AF65-F5344CB8AC3E}">
        <p14:creationId xmlns:p14="http://schemas.microsoft.com/office/powerpoint/2010/main" val="96708518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55784-6256-4BC3-9303-6926137D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Design lessons for Kealvi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35AA7-434A-4605-93CA-724D0559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2B0FD-E459-4286-AE58-DA107085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4F5C3-911F-4C02-9802-2E15542A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Visible primary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C036A-3363-43E2-8891-3AD1FE73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Create poll remains easy to find, like prominent playback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DC08F-6CD6-4F9F-8558-40284F2D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Consistent navigation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0F0F4-7F57-478E-80D0-C009A32B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Stable destinations help users move between workspace views.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7834F-A90D-4F3A-989C-B61818A1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Saved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7C6D1-B5EA-449E-B5CB-2A6F9746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Saved polls and My polls provide familiar ways to return to content.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CACCF-4673-47F0-B976-3226EC7B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Fast 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BD787-AD42-4FF7-9670-5BF3B3F3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Search and filters reduce the effort of finding a relevant poll.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D83C2-9D84-4CAA-9157-B2246C73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Immediate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E3782-A8D7-4D90-A324-578F3241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Vote confirmation, closed states and empty states explain what happened.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75870-377B-4EAE-80E8-CAD080F5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815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Personal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DD29E-6660-48BC-9FA5-020CD69E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7205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Display names connect contributions with the activity feed and rankings.</a:t>
            </a:r>
          </a:p>
        </p:txBody>
      </p:sp>
    </p:spTree>
    <p:extLst>
      <p:ext uri="{BB962C8B-B14F-4D97-AF65-F5344CB8AC3E}">
        <p14:creationId xmlns:p14="http://schemas.microsoft.com/office/powerpoint/2010/main" val="19814771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0C9C2-4115-44F0-AA84-BAD532E8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97748-2FBC-4280-9BC3-35DBDA4A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Kealvi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C3749-E60C-4134-91A8-F61B96BB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5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AE276-75CC-4299-8CC2-35539479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Kealvi combines the complete polling workflow in one responsive workspace.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5E84B-3EB5-4007-B58B-3C9E7C15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Practical full-stack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DDDBD-ECBE-4B53-9557-57E67FD3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The interface connects poll creation and voting with Supabase persistence.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76147-68D7-445E-AB06-F31C1916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Clear participation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409B3-544A-4B16-AC4A-B602C8FA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Results, collections, insights and activity support review and follow-up.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889A0-8714-4B39-A702-9919E530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Consistent interaction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C0E83-5BDA-4891-8D4F-B2AA03C0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55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5561"/>
                </a:solidFill>
                <a:latin typeface="Arial"/>
                <a:ea typeface="Arial"/>
                <a:cs typeface="Arial"/>
              </a:rPr>
              <a:t>The Apple TV study informs primary actions, navigation and saved-content patterns.</a:t>
            </a:r>
          </a:p>
        </p:txBody>
      </p:sp>
    </p:spTree>
    <p:extLst>
      <p:ext uri="{BB962C8B-B14F-4D97-AF65-F5344CB8AC3E}">
        <p14:creationId xmlns:p14="http://schemas.microsoft.com/office/powerpoint/2010/main" val="56434274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0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24DCC-C0D7-4254-BA26-E82F03DA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Coimbatore Institute of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4BBDA-254A-4D79-A329-C1FAE08A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66417-34A3-4518-9BFE-7EE784F9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ADEAF-68E2-4C30-AA04-B93C4D3A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BD5D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BD5DC"/>
                </a:solidFill>
                <a:latin typeface="Arial"/>
                <a:ea typeface="Arial"/>
                <a:cs typeface="Arial"/>
              </a:rPr>
              <a:t>Questions &amp;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80F7C-0BA5-4379-A910-D4608294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Mrithyunjayan M</a:t>
            </a:r>
          </a:p>
        </p:txBody>
      </p:sp>
    </p:spTree>
    <p:extLst>
      <p:ext uri="{BB962C8B-B14F-4D97-AF65-F5344CB8AC3E}">
        <p14:creationId xmlns:p14="http://schemas.microsoft.com/office/powerpoint/2010/main" val="805112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2026-09-14T07:20:53.1510000Z</dcterms:created>
  <dcterms:modified xsi:type="dcterms:W3CDTF">2026-09-14T07:20:53.1510000Z</dcterms:modified>
</coreProperties>
</file>