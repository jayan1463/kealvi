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29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11827"/>
                </a:solidFill>
                <a:b/>
                <a:latin typeface="Aptos"/>
              </a:rPr>
              <a:t>Title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295400"/>
            <a:ext cx="10607040" cy="5074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COIMBATORE INSTITUTE OF TECHNOLOGY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(Government Aided Autonomous Institution Affiliated to Anna University)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COIMBATORE - 641014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Design and Implementation of Web Applications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Project Title: Kealvi - Live Polling Workspace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Name: M. Mrithyunjayan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Register No.: 2403717610421033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Branch: B.E. Computer Science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Institution: Coimbatore Institute of Technology, Coimbatore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Live Link: https://kealvi-beta.vercel.app</a:t>
            </a:r>
            <a:endParaRPr lang="en-US" sz="155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516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Aptos"/>
              </a:rPr>
              <a:t>Kealvi | 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29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11827"/>
                </a:solidFill>
                <a:b/>
                <a:latin typeface="Aptos"/>
              </a:rPr>
              <a:t>Agenda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295400"/>
            <a:ext cx="10607040" cy="5074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1. Introduction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2. Problem Statement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3. Objectives of the Proposed System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4. Tech Stack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5. System Architecture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6. Database Design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7. Modules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8. Implementation and Screenshots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9. Results and Discussion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10. Conclusion and Future Scope</a:t>
            </a:r>
            <a:endParaRPr lang="en-US" sz="155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516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Aptos"/>
              </a:rPr>
              <a:t>Kealvi | 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29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11827"/>
                </a:solidFill>
                <a:b/>
                <a:latin typeface="Aptos"/>
              </a:rPr>
              <a:t>Introduction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295400"/>
            <a:ext cx="10607040" cy="5074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Kealvi is a live polling and audience engagement web platform developed as an academic project.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It allows a host to publish a poll quickly and lets participants vote from the same browser-based workspace.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Each poll contains a question, optional context, category, answer options, vote-change setting and optional closing time.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The platform includes an optional Google Gemini integration that can draft a poll question and answer options from a short topic entered by the host.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Results update after voting, after publishing and through a 15-second client refresh, so viewers can follow poll activity during a session.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Kealvi is built with Next.js, React and Supabase PostgreSQL, with server-side API routes handling validation and database access.</a:t>
            </a:r>
            <a:endParaRPr lang="en-US" sz="155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516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Aptos"/>
              </a:rPr>
              <a:t>Kealvi | 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29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11827"/>
                </a:solidFill>
                <a:b/>
                <a:latin typeface="Aptos"/>
              </a:rPr>
              <a:t>Problem Statement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295400"/>
            <a:ext cx="10607040" cy="5074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Live sessions, lectures and events need a quick way to collect audience opinion while the session is still running.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Manual feedback methods such as show-of-hands and chat messages are difficult to count, compare and preserve for later review.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Organisers need poll results, participation history and category-level summaries in one place rather than scattered across separate tools.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Drafting a balanced poll question can take time, especially when the organiser needs clear options quickly.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Many lightweight polling workflows do not include saved polls, shareable poll links or exportable results.</a:t>
            </a:r>
            <a:endParaRPr lang="en-US" sz="155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516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Aptos"/>
              </a:rPr>
              <a:t>Kealvi | 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29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11827"/>
                </a:solidFill>
                <a:b/>
                <a:latin typeface="Aptos"/>
              </a:rPr>
              <a:t>Objectives of the Proposed System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295400"/>
            <a:ext cx="10607040" cy="5074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1. To build a poll workspace where users can compose, publish, vote on and close polls.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2. To show vote counts and percentage bars for every answer option.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3. To support optional vote changes while a poll remains open.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4. To provide an optional Google Gemini draft assistant for poll questions and answer options.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5. To provide overview metrics, leaderboard ranking, category insights and an activity feed.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6. To support All, My polls, Voted and Saved collections, with search, status filters and sorting.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7. To support direct poll links and JSON result downloads.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8. To deliver a responsive interface for desktop and mobile browsers.</a:t>
            </a:r>
            <a:endParaRPr lang="en-US" sz="155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516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Aptos"/>
              </a:rPr>
              <a:t>Kealvi | 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29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11827"/>
                </a:solidFill>
                <a:b/>
                <a:latin typeface="Aptos"/>
              </a:rPr>
              <a:t>Tech Stack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295400"/>
            <a:ext cx="10607040" cy="5074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Frontend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Next.js 16 and React 19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Client components for the interactive poll workspace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Tailwind CSS setup with custom responsive CSS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Browser localStorage for display identity and saved polls</a:t>
            </a:r>
            <a:endParaRPr lang="en-US" sz="15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Backend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Next.js Route Handlers for poll creation, voting, closing and AI drafts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Server-side validation for poll data, vote state and duplicate questions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Supabase service role access kept on the server</a:t>
            </a:r>
            <a:endParaRPr lang="en-US" sz="15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Database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Supabase PostgreSQL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Tables for polls, poll_options and poll_votes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Indexes for created date, status, expiry, category and duplicate poll titles</a:t>
            </a:r>
            <a:endParaRPr lang="en-US" sz="15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AI Layer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Optional Google Gemini API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GEMINI_API_KEY and GEMINI_MODEL configured through environment variables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Manual poll creation and templates work without Gemini</a:t>
            </a:r>
            <a:endParaRPr lang="en-US" sz="15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Hosting and Tooling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Vercel deployment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Git and GitHub for version control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ESLint, Next.js build checks and Playwright feature verification</a:t>
            </a:r>
            <a:endParaRPr lang="en-US" sz="155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516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Aptos"/>
              </a:rPr>
              <a:t>Kealvi | 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29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11827"/>
                </a:solidFill>
                <a:b/>
                <a:latin typeface="Aptos"/>
              </a:rPr>
              <a:t>System Architecture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295400"/>
            <a:ext cx="10607040" cy="5074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Browser UI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The user interacts with the dashboard, composer, poll cards, leaderboard, insights and activity tabs.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Next.js Application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The page loads workspace data on the server, then the client dashboard refreshes and handles user actions.</a:t>
            </a:r>
            <a:endParaRPr lang="en-US" sz="15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API Routes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Route handlers process poll creation, voting, closing and Gemini draft requests.</a:t>
            </a:r>
            <a:endParaRPr lang="en-US" sz="15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Supabase PostgreSQL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The database stores polls, answer options and votes. Browser calls do not access the database directly.</a:t>
            </a:r>
            <a:endParaRPr lang="en-US" sz="15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Google Gemini API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The AI draft route calls Gemini only when the API key is configured and the user requests a draft.</a:t>
            </a:r>
            <a:endParaRPr lang="en-US" sz="15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Browser Storage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The browser stores a local voter ID, display name and saved poll IDs. These do not sync across devices.</a:t>
            </a:r>
            <a:endParaRPr lang="en-US" sz="155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516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Aptos"/>
              </a:rPr>
              <a:t>Kealvi | 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29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11827"/>
                </a:solidFill>
                <a:b/>
                <a:latin typeface="Aptos"/>
              </a:rPr>
              <a:t>Database Design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295400"/>
            <a:ext cx="10607040" cy="5074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polls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id - UUID primary key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title - poll question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description - optional context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creator_name, creator_id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category, status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allow_vote_changes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expires_at, closed_at, created_at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poll_options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id - UUID primary key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poll_id - foreign key to polls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label - option text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position - display order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poll_votes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id - UUID primary key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poll_id - foreign key to polls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option_id - foreign key to poll_options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voter_id, voter_name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created_at, updated_at</a:t>
            </a:r>
            <a:endParaRPr lang="en-US" sz="15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Relationships and Rules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One poll has many options and many votes.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One browser voter can have only one vote per poll.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A database trigger checks that a vote's option belongs to the same poll.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Saved polls are not a database table in this project. They are stored in browser localStorage for the current browser.</a:t>
            </a:r>
            <a:endParaRPr lang="en-US" sz="155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516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Aptos"/>
              </a:rPr>
              <a:t>Kealvi | 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29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11827"/>
                </a:solidFill>
                <a:b/>
                <a:latin typeface="Aptos"/>
              </a:rPr>
              <a:t>Modules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295400"/>
            <a:ext cx="10607040" cy="5074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Poll Composer Module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Question, context, category and closing time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Two to eight distinct answer options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Templates for Team check-in, Feature priority and Session feedback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Toggle for allowing participants to change their vote</a:t>
            </a:r>
            <a:endParaRPr lang="en-US" sz="15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Voting Module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One-choice voting on open polls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Vote counts and percentage bars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Optional vote change while the poll is open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Manual close action for polls created in the same browser</a:t>
            </a:r>
            <a:endParaRPr lang="en-US" sz="15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Poll Library Module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All polls, My polls, Voted and Saved collections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Search by question, category or creator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Status filter and sorting by newest, most votes or closing soon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Save, copy link and download results actions</a:t>
            </a:r>
            <a:endParaRPr lang="en-US" sz="15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AI Assistant Module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Gemini draft topic entered by the host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Generated question and answer options filled into the composer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Draft remains editable before publishing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Manual creation remains available when Gemini is not configured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Leaderboard, Insights and Activity Module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Five points per poll created and one point per named vote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Votes per poll, open rate, top category and named people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Category response distribution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Recent publishes, votes and polls nearing expiry</a:t>
            </a:r>
            <a:endParaRPr lang="en-US" sz="155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516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Aptos"/>
              </a:rPr>
              <a:t>Kealvi | 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29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11827"/>
                </a:solidFill>
                <a:b/>
                <a:latin typeface="Aptos"/>
              </a:rPr>
              <a:t>Implementation: Workspace Overview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295400"/>
            <a:ext cx="10607040" cy="5074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Summary cards report active polls, total responses, named participants and poll library size.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The momentum panel highlights the poll with the highest vote count.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The activity list shows recent poll and vote signals.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The display name is stored in the browser and attached to created polls and votes.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The screenshot should show: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Active polls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Total responses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Participants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Poll library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Most active poll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Activity feed</a:t>
            </a:r>
            <a:endParaRPr lang="en-US" sz="155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516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Aptos"/>
              </a:rPr>
              <a:t>Kealvi | 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29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11827"/>
                </a:solidFill>
                <a:b/>
                <a:latin typeface="Aptos"/>
              </a:rPr>
              <a:t>Implementation: Poll Composer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295400"/>
            <a:ext cx="10607040" cy="5074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Templates pre-fill a question and answer options for common scenarios.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The Gemini draft field sends a short topic to the server-side AI route.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Category and closing time are selected before publishing.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Options can be added or removed before publishing, with a minimum of two and a maximum of eight.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The vote-change toggle controls whether a participant can update their vote later.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The screenshot should show: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Team check-in template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Feature priority template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Session feedback template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AI draft topic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Generate with Gemini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Question field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Context field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Category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Voting closing time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Answer options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Allow participants to change their vote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Publish poll</a:t>
            </a:r>
            <a:endParaRPr lang="en-US" sz="155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516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Aptos"/>
              </a:rPr>
              <a:t>Kealvi | 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29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11827"/>
                </a:solidFill>
                <a:b/>
                <a:latin typeface="Aptos"/>
              </a:rPr>
              <a:t>Implementation: Live Voting and Results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295400"/>
            <a:ext cx="10607040" cy="5074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A recorded vote shows a confirmation message and refreshes the workspace data.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Each option displays an absolute vote count and a rounded percentage.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Open polls accept votes until they are manually closed or reach their expiry time.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Closed polls keep their final result distribution visible.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The creator can close a poll from the same browser that created it.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The screenshot should show: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All polls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My polls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Voted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Saved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Search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Status filter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Sorting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Save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Copy link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Download results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Close poll</a:t>
            </a:r>
            <a:endParaRPr lang="en-US" sz="155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516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Aptos"/>
              </a:rPr>
              <a:t>Kealvi | 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29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11827"/>
                </a:solidFill>
                <a:b/>
                <a:latin typeface="Aptos"/>
              </a:rPr>
              <a:t>Implementation: Poll Library and Filters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295400"/>
            <a:ext cx="10607040" cy="5074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Tabs, search and filters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Empty state for a query with no match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Four collections organize the library into All polls, My polls, Voted and Saved.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Search matches poll text, category and creator name.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Status and sort controls help users find relevant polls.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A dedicated empty state appears when a filter or query returns no polls.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The workspace currently loads the newest 100 polls.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The empty-state screenshot should show:</a:t>
            </a:r>
            <a:endParaRPr lang="en-US" sz="15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No polls found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"Try a different filter or publish the first poll."</a:t>
            </a:r>
            <a:endParaRPr lang="en-US" sz="155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516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Aptos"/>
              </a:rPr>
              <a:t>Kealvi | 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29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11827"/>
                </a:solidFill>
                <a:b/>
                <a:latin typeface="Aptos"/>
              </a:rPr>
              <a:t>Results: Leaderboard and Insights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295400"/>
            <a:ext cx="10607040" cy="5074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Leaderboard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Five points per poll created plus one point per named vote.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Poll and vote counts are shown beside each contributor's score.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Anonymous votes do not increase a named contributor's score.</a:t>
            </a:r>
            <a:endParaRPr lang="en-US" sz="15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Insights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Votes per poll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Open rate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Top category votes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Named people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Response distribution across categories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The screenshot can show example leaderboard and insight values from the current verification data.</a:t>
            </a:r>
            <a:endParaRPr lang="en-US" sz="155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516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Aptos"/>
              </a:rPr>
              <a:t>Kealvi | 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29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11827"/>
                </a:solidFill>
                <a:b/>
                <a:latin typeface="Aptos"/>
              </a:rPr>
              <a:t>Results: Activity and Alerts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295400"/>
            <a:ext cx="10607040" cy="5074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The activity feed is generated from current poll and vote data.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It shows recent publish and vote activity with relative timestamps.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It also surfaces active polls that are close to expiry.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The overview page shows a shorter version of the same activity feed.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This is not an immutable audit-log table in the database. It is a dashboard feed derived from the loaded polls and votes.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The screenshot can show activity such as: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Workspace verification - voted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Workspace verification - poll published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Fav food - voted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Fav food - poll published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Which feature should we ship next? - voted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Which feature should we ship next? - poll published</a:t>
            </a:r>
            <a:endParaRPr lang="en-US" sz="155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516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Aptos"/>
              </a:rPr>
              <a:t>Kealvi | 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29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11827"/>
                </a:solidFill>
                <a:b/>
                <a:latin typeface="Aptos"/>
              </a:rPr>
              <a:t>Responsive Mobile Interface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295400"/>
            <a:ext cx="10607040" cy="5074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Overview</a:t>
            </a:r>
            <a:endParaRPr lang="en-US" sz="18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Poll room</a:t>
            </a:r>
            <a:endParaRPr lang="en-US" sz="18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Activity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The desktop sidebar becomes a horizontal tab bar on narrow screens.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Summary cards stack vertically.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Composer, voting controls and filters reflow into a single column.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Percentage bars and vote counts remain readable on mobile.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The same deployed web application works on desktop and mobile browsers.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The slide can use three mobile screenshots for Overview, Polls and Activity.</a:t>
            </a:r>
            <a:endParaRPr lang="en-US" sz="155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516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Aptos"/>
              </a:rPr>
              <a:t>Kealvi | 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29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11827"/>
                </a:solidFill>
                <a:b/>
                <a:latin typeface="Aptos"/>
              </a:rPr>
              <a:t>Use Cases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295400"/>
            <a:ext cx="10607040" cy="5074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Classrooms and Lectures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Quick comprehension checks and topic preference polls, with results visible during the session.</a:t>
            </a:r>
            <a:endParaRPr lang="en-US" sz="15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Product Teams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Feature prioritisation and design decisions captured as recorded votes.</a:t>
            </a:r>
            <a:endParaRPr lang="en-US" sz="15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Meetings and Reviews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Consensus captured quickly, with JSON results available for follow-up notes.</a:t>
            </a:r>
            <a:endParaRPr lang="en-US" sz="15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Conferences and Events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Session feedback collected from attendees using their own phones.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Team Culture Check-ins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Weekly sentiment polls reviewed through the Insights dashboard.</a:t>
            </a:r>
            <a:endParaRPr lang="en-US" sz="15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Community and Clubs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Lightweight decisions such as event dates or topic choices, with a leaderboard to encourage named participation.</a:t>
            </a:r>
            <a:endParaRPr lang="en-US" sz="155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516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Aptos"/>
              </a:rPr>
              <a:t>Kealvi | 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29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11827"/>
                </a:solidFill>
                <a:b/>
                <a:latin typeface="Aptos"/>
              </a:rPr>
              <a:t>Conclusion and Future Scope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295400"/>
            <a:ext cx="10607040" cy="5074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Conclusion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Kealvi delivers a working live polling workspace covering poll creation, voting, results, search, collections and analytics.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AI-assisted drafting reduces the effort needed to create a clear poll, while keeping the final question editable.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The Leaderboard and Insights views turn raw vote data into a readable picture of participation.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The interface is responsive and requires no installation.</a:t>
            </a:r>
            <a:endParaRPr lang="en-US" sz="1550" dirty="0"/>
          </a:p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Future Scope</a:t>
            </a:r>
            <a:endParaRPr lang="en-US" sz="18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WebSocket or Supabase Realtime updates so results change without client polling.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Authenticated accounts and private team workspaces.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Additional question types such as ranking, rating scales and open text.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Quiz mode with scored answers and timed rounds.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Scheduled polls and reminders.</a:t>
            </a:r>
            <a:endParaRPr lang="en-US" sz="1550" dirty="0"/>
          </a:p>
          <a:p>
            <a:r>
              <a:rPr lang="en-US" sz="1550" dirty="0">
                <a:solidFill>
                  <a:srgbClr val="243044"/>
                </a:solidFill>
                <a:latin typeface="Aptos"/>
              </a:rPr>
              <a:t>- Cross-device saved polls after account support is added.</a:t>
            </a:r>
            <a:endParaRPr lang="en-US" sz="155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516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Aptos"/>
              </a:rPr>
              <a:t>Kealvi | 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29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11827"/>
                </a:solidFill>
                <a:b/>
                <a:latin typeface="Aptos"/>
              </a:rPr>
              <a:t>Thank You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295400"/>
            <a:ext cx="10607040" cy="5074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50" dirty="0">
                <a:solidFill>
                  <a:srgbClr val="0F766E"/>
                </a:solidFill>
                <a:b/>
                <a:latin typeface="Aptos"/>
              </a:rPr>
              <a:t>THANK YOU</a:t>
            </a:r>
            <a:endParaRPr lang="en-US" sz="185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516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Aptos"/>
              </a:rPr>
              <a:t>Kealvi | 19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alvi">
  <a:themeElements>
    <a:clrScheme name="Kealvi">
      <a:dk1>
        <a:srgbClr val="111827"/>
      </a:dk1>
      <a:lt1>
        <a:srgbClr val="F8FAFC"/>
      </a:lt1>
      <a:dk2>
        <a:srgbClr val="203044"/>
      </a:dk2>
      <a:lt2>
        <a:srgbClr val="E2E8F0"/>
      </a:lt2>
      <a:accent1>
        <a:srgbClr val="0F766E"/>
      </a:accent1>
      <a:accent2>
        <a:srgbClr val="2563EB"/>
      </a:accent2>
      <a:accent3>
        <a:srgbClr val="7C3AED"/>
      </a:accent3>
      <a:accent4>
        <a:srgbClr val="EA580C"/>
      </a:accent4>
      <a:accent5>
        <a:srgbClr val="16A34A"/>
      </a:accent5>
      <a:accent6>
        <a:srgbClr val="64748B"/>
      </a:accent6>
      <a:hlink>
        <a:srgbClr val="2563EB"/>
      </a:hlink>
      <a:folHlink>
        <a:srgbClr val="7C3AED"/>
      </a:folHlink>
    </a:clrScheme>
    <a:fontScheme name="Aptos">
      <a:majorFont>
        <a:latin typeface="Aptos"/>
      </a:majorFont>
      <a:minorFont>
        <a:latin typeface="Aptos"/>
      </a:minorFont>
    </a:fontScheme>
    <a:fmtScheme name="Kealvi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Kealvi Project Matched Presentation</dc:title>
  <dc:creator>Codex</dc:creator>
  <cp:lastModifiedBy>Codex</cp:lastModifiedBy>
  <dcterms:created xsi:type="dcterms:W3CDTF">2026-09-28T00:00:00Z</dcterms:created>
  <dcterms:modified xsi:type="dcterms:W3CDTF">2026-09-28T00:00:00Z</dcterms:modified>
</cp:coreProperties>
</file>