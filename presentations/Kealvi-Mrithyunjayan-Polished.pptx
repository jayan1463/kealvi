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ed355e33f544d3" /><Relationship Type="http://schemas.openxmlformats.org/officeDocument/2006/relationships/extended-properties" Target="/docProps/app.xml" Id="R6dee397743f44a2e" /><Relationship Type="http://schemas.openxmlformats.org/officeDocument/2006/relationships/officeDocument" Target="/ppt/presentation.xml" Id="Rffe9ae01a1794a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2597e0e3b84326"/>
  </p:sldMasterIdLst>
  <p:notesMasterIdLst>
    <p:notesMasterId xmlns:r="http://schemas.openxmlformats.org/officeDocument/2006/relationships" r:id="Rd229bd187d6d4b86"/>
  </p:notesMasterIdLst>
  <p:sldIdLst>
    <p:sldId xmlns:r="http://schemas.openxmlformats.org/officeDocument/2006/relationships" id="256" r:id="R6a55386bcde34594"/>
    <p:sldId xmlns:r="http://schemas.openxmlformats.org/officeDocument/2006/relationships" id="257" r:id="R26684ff736ca4d8d"/>
    <p:sldId xmlns:r="http://schemas.openxmlformats.org/officeDocument/2006/relationships" id="258" r:id="Rebb6a4eef8684618"/>
    <p:sldId xmlns:r="http://schemas.openxmlformats.org/officeDocument/2006/relationships" id="259" r:id="R63c870ee95804438"/>
    <p:sldId xmlns:r="http://schemas.openxmlformats.org/officeDocument/2006/relationships" id="260" r:id="R1e1658fa941f47ad"/>
    <p:sldId xmlns:r="http://schemas.openxmlformats.org/officeDocument/2006/relationships" id="261" r:id="Ra0c5dca636c1470b"/>
    <p:sldId xmlns:r="http://schemas.openxmlformats.org/officeDocument/2006/relationships" id="262" r:id="R84a8013524a94c65"/>
    <p:sldId xmlns:r="http://schemas.openxmlformats.org/officeDocument/2006/relationships" id="263" r:id="Ra0ab466449344021"/>
    <p:sldId xmlns:r="http://schemas.openxmlformats.org/officeDocument/2006/relationships" id="264" r:id="R9ca3bcadb55846fc"/>
    <p:sldId xmlns:r="http://schemas.openxmlformats.org/officeDocument/2006/relationships" id="265" r:id="Reca366dfaf494a6f"/>
    <p:sldId xmlns:r="http://schemas.openxmlformats.org/officeDocument/2006/relationships" id="266" r:id="R0883349673a0489e"/>
    <p:sldId xmlns:r="http://schemas.openxmlformats.org/officeDocument/2006/relationships" id="267" r:id="R34d6167b8fdb41a0"/>
    <p:sldId xmlns:r="http://schemas.openxmlformats.org/officeDocument/2006/relationships" id="268" r:id="R9a8abcd63beb4262"/>
    <p:sldId xmlns:r="http://schemas.openxmlformats.org/officeDocument/2006/relationships" id="269" r:id="R79816f3370b849b1"/>
    <p:sldId xmlns:r="http://schemas.openxmlformats.org/officeDocument/2006/relationships" id="270" r:id="Rf5a5cb644d0a4780"/>
    <p:sldId xmlns:r="http://schemas.openxmlformats.org/officeDocument/2006/relationships" id="271" r:id="R9e18da681c6e44b3"/>
    <p:sldId xmlns:r="http://schemas.openxmlformats.org/officeDocument/2006/relationships" id="272" r:id="Rc938bbd2a3d94f10"/>
    <p:sldId xmlns:r="http://schemas.openxmlformats.org/officeDocument/2006/relationships" id="273" r:id="Rd9655413d3f54787"/>
    <p:sldId xmlns:r="http://schemas.openxmlformats.org/officeDocument/2006/relationships" id="274" r:id="R9ab47c5c754f4b2c"/>
    <p:sldId xmlns:r="http://schemas.openxmlformats.org/officeDocument/2006/relationships" id="275" r:id="R285dabd0da2c4038"/>
    <p:sldId xmlns:r="http://schemas.openxmlformats.org/officeDocument/2006/relationships" id="276" r:id="Rda9b1cd8dc514e1c"/>
    <p:sldId xmlns:r="http://schemas.openxmlformats.org/officeDocument/2006/relationships" id="277" r:id="R77b251859cef487e"/>
    <p:sldId xmlns:r="http://schemas.openxmlformats.org/officeDocument/2006/relationships" id="278" r:id="R218d988f70da4df3"/>
    <p:sldId xmlns:r="http://schemas.openxmlformats.org/officeDocument/2006/relationships" id="279" r:id="R1e0bc70216fa4a9a"/>
    <p:sldId xmlns:r="http://schemas.openxmlformats.org/officeDocument/2006/relationships" id="280" r:id="R3db9142eacb44aa9"/>
    <p:sldId xmlns:r="http://schemas.openxmlformats.org/officeDocument/2006/relationships" id="281" r:id="Rc6c483f2490b420d"/>
    <p:sldId xmlns:r="http://schemas.openxmlformats.org/officeDocument/2006/relationships" id="282" r:id="R5672c04807464c94"/>
    <p:sldId xmlns:r="http://schemas.openxmlformats.org/officeDocument/2006/relationships" id="283" r:id="R7e1935d179474495"/>
    <p:sldId xmlns:r="http://schemas.openxmlformats.org/officeDocument/2006/relationships" id="284" r:id="R6609313f7b384a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5c5d03a97a43b6" /><Relationship Type="http://schemas.openxmlformats.org/officeDocument/2006/relationships/slideMaster" Target="/ppt/slideMasters/slideMaster1.xml" Id="Rf02597e0e3b84326" /><Relationship Type="http://schemas.openxmlformats.org/officeDocument/2006/relationships/notesMaster" Target="/ppt/notesMasters/notesMaster1.xml" Id="Rd229bd187d6d4b86" /><Relationship Type="http://schemas.openxmlformats.org/officeDocument/2006/relationships/presProps" Target="/ppt/presProps.xml" Id="Rf335e6a9e63749c8" /><Relationship Type="http://schemas.openxmlformats.org/officeDocument/2006/relationships/tableStyles" Target="/ppt/tableStyles.xml" Id="R6f05da1e0b1345f0" /><Relationship Type="http://schemas.openxmlformats.org/officeDocument/2006/relationships/slide" Target="/ppt/slides/slide1.xml" Id="R6a55386bcde34594" /><Relationship Type="http://schemas.openxmlformats.org/officeDocument/2006/relationships/slide" Target="/ppt/slides/slide2.xml" Id="R26684ff736ca4d8d" /><Relationship Type="http://schemas.openxmlformats.org/officeDocument/2006/relationships/slide" Target="/ppt/slides/slide3.xml" Id="Rebb6a4eef8684618" /><Relationship Type="http://schemas.openxmlformats.org/officeDocument/2006/relationships/slide" Target="/ppt/slides/slide4.xml" Id="R63c870ee95804438" /><Relationship Type="http://schemas.openxmlformats.org/officeDocument/2006/relationships/slide" Target="/ppt/slides/slide5.xml" Id="R1e1658fa941f47ad" /><Relationship Type="http://schemas.openxmlformats.org/officeDocument/2006/relationships/slide" Target="/ppt/slides/slide6.xml" Id="Ra0c5dca636c1470b" /><Relationship Type="http://schemas.openxmlformats.org/officeDocument/2006/relationships/slide" Target="/ppt/slides/slide7.xml" Id="R84a8013524a94c65" /><Relationship Type="http://schemas.openxmlformats.org/officeDocument/2006/relationships/slide" Target="/ppt/slides/slide8.xml" Id="Ra0ab466449344021" /><Relationship Type="http://schemas.openxmlformats.org/officeDocument/2006/relationships/slide" Target="/ppt/slides/slide9.xml" Id="R9ca3bcadb55846fc" /><Relationship Type="http://schemas.openxmlformats.org/officeDocument/2006/relationships/slide" Target="/ppt/slides/slide10.xml" Id="Reca366dfaf494a6f" /><Relationship Type="http://schemas.openxmlformats.org/officeDocument/2006/relationships/slide" Target="/ppt/slides/slide11.xml" Id="R0883349673a0489e" /><Relationship Type="http://schemas.openxmlformats.org/officeDocument/2006/relationships/slide" Target="/ppt/slides/slide12.xml" Id="R34d6167b8fdb41a0" /><Relationship Type="http://schemas.openxmlformats.org/officeDocument/2006/relationships/slide" Target="/ppt/slides/slide13.xml" Id="R9a8abcd63beb4262" /><Relationship Type="http://schemas.openxmlformats.org/officeDocument/2006/relationships/slide" Target="/ppt/slides/slide14.xml" Id="R79816f3370b849b1" /><Relationship Type="http://schemas.openxmlformats.org/officeDocument/2006/relationships/slide" Target="/ppt/slides/slide15.xml" Id="Rf5a5cb644d0a4780" /><Relationship Type="http://schemas.openxmlformats.org/officeDocument/2006/relationships/slide" Target="/ppt/slides/slide16.xml" Id="R9e18da681c6e44b3" /><Relationship Type="http://schemas.openxmlformats.org/officeDocument/2006/relationships/slide" Target="/ppt/slides/slide17.xml" Id="Rc938bbd2a3d94f10" /><Relationship Type="http://schemas.openxmlformats.org/officeDocument/2006/relationships/slide" Target="/ppt/slides/slide18.xml" Id="Rd9655413d3f54787" /><Relationship Type="http://schemas.openxmlformats.org/officeDocument/2006/relationships/slide" Target="/ppt/slides/slide19.xml" Id="R9ab47c5c754f4b2c" /><Relationship Type="http://schemas.openxmlformats.org/officeDocument/2006/relationships/slide" Target="/ppt/slides/slide20.xml" Id="R285dabd0da2c4038" /><Relationship Type="http://schemas.openxmlformats.org/officeDocument/2006/relationships/slide" Target="/ppt/slides/slide21.xml" Id="Rda9b1cd8dc514e1c" /><Relationship Type="http://schemas.openxmlformats.org/officeDocument/2006/relationships/slide" Target="/ppt/slides/slide22.xml" Id="R77b251859cef487e" /><Relationship Type="http://schemas.openxmlformats.org/officeDocument/2006/relationships/slide" Target="/ppt/slides/slide23.xml" Id="R218d988f70da4df3" /><Relationship Type="http://schemas.openxmlformats.org/officeDocument/2006/relationships/slide" Target="/ppt/slides/slide24.xml" Id="R1e0bc70216fa4a9a" /><Relationship Type="http://schemas.openxmlformats.org/officeDocument/2006/relationships/slide" Target="/ppt/slides/slide25.xml" Id="R3db9142eacb44aa9" /><Relationship Type="http://schemas.openxmlformats.org/officeDocument/2006/relationships/slide" Target="/ppt/slides/slide26.xml" Id="Rc6c483f2490b420d" /><Relationship Type="http://schemas.openxmlformats.org/officeDocument/2006/relationships/slide" Target="/ppt/slides/slide27.xml" Id="R5672c04807464c94" /><Relationship Type="http://schemas.openxmlformats.org/officeDocument/2006/relationships/slide" Target="/ppt/slides/slide28.xml" Id="R7e1935d179474495" /><Relationship Type="http://schemas.openxmlformats.org/officeDocument/2006/relationships/slide" Target="/ppt/slides/slide29.xml" Id="R6609313f7b38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aa5490d64c4e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284cf352cd405b" /><Relationship Type="http://schemas.openxmlformats.org/officeDocument/2006/relationships/notesMaster" Target="/ppt/notesMasters/notesMaster1.xml" Id="Rc1f7cfc497ad4f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32656941854059" /><Relationship Type="http://schemas.openxmlformats.org/officeDocument/2006/relationships/notesMaster" Target="/ppt/notesMasters/notesMaster1.xml" Id="R99c50ccc321b49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b8325fd270426b" /><Relationship Type="http://schemas.openxmlformats.org/officeDocument/2006/relationships/notesMaster" Target="/ppt/notesMasters/notesMaster1.xml" Id="Ra6bd6fafd44140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6995677d3745fa" /><Relationship Type="http://schemas.openxmlformats.org/officeDocument/2006/relationships/notesMaster" Target="/ppt/notesMasters/notesMaster1.xml" Id="R6df79570eba443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363044a5ac4e68" /><Relationship Type="http://schemas.openxmlformats.org/officeDocument/2006/relationships/notesMaster" Target="/ppt/notesMasters/notesMaster1.xml" Id="Rdd4b7cd457f745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2aa9ba64c8408d" /><Relationship Type="http://schemas.openxmlformats.org/officeDocument/2006/relationships/notesMaster" Target="/ppt/notesMasters/notesMaster1.xml" Id="Rbb060c0d856c46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b6b6fc9ab54854" /><Relationship Type="http://schemas.openxmlformats.org/officeDocument/2006/relationships/notesMaster" Target="/ppt/notesMasters/notesMaster1.xml" Id="R83812b3fdb034c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0474c07d314fcd" /><Relationship Type="http://schemas.openxmlformats.org/officeDocument/2006/relationships/notesMaster" Target="/ppt/notesMasters/notesMaster1.xml" Id="Rbd92f59d747f4d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6bc101a9874810" /><Relationship Type="http://schemas.openxmlformats.org/officeDocument/2006/relationships/notesMaster" Target="/ppt/notesMasters/notesMaster1.xml" Id="R3d8c0fbbe6ca42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1dfeafd9a64ee7" /><Relationship Type="http://schemas.openxmlformats.org/officeDocument/2006/relationships/notesMaster" Target="/ppt/notesMasters/notesMaster1.xml" Id="R1fc029d8332649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3c001849a2482c" /><Relationship Type="http://schemas.openxmlformats.org/officeDocument/2006/relationships/notesMaster" Target="/ppt/notesMasters/notesMaster1.xml" Id="Rba49506a712f44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d30bceedb44806" /><Relationship Type="http://schemas.openxmlformats.org/officeDocument/2006/relationships/notesMaster" Target="/ppt/notesMasters/notesMaster1.xml" Id="R1ce04d39da7146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f362d759ce45d3" /><Relationship Type="http://schemas.openxmlformats.org/officeDocument/2006/relationships/notesMaster" Target="/ppt/notesMasters/notesMaster1.xml" Id="R7cc213f55a974a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a32ad701f7472b" /><Relationship Type="http://schemas.openxmlformats.org/officeDocument/2006/relationships/notesMaster" Target="/ppt/notesMasters/notesMaster1.xml" Id="Raf7f65d6b9b84e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26be235d6643b5" /><Relationship Type="http://schemas.openxmlformats.org/officeDocument/2006/relationships/notesMaster" Target="/ppt/notesMasters/notesMaster1.xml" Id="R24bc2994665c4e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3ea69d2069430b" /><Relationship Type="http://schemas.openxmlformats.org/officeDocument/2006/relationships/notesMaster" Target="/ppt/notesMasters/notesMaster1.xml" Id="R864ec65177034a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feae144b124260" /><Relationship Type="http://schemas.openxmlformats.org/officeDocument/2006/relationships/notesMaster" Target="/ppt/notesMasters/notesMaster1.xml" Id="Rd82b4218a94844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d0b11e11de47fb" /><Relationship Type="http://schemas.openxmlformats.org/officeDocument/2006/relationships/notesMaster" Target="/ppt/notesMasters/notesMaster1.xml" Id="R66be5f49b3b143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a7df7cde34742a9" /><Relationship Type="http://schemas.openxmlformats.org/officeDocument/2006/relationships/notesMaster" Target="/ppt/notesMasters/notesMaster1.xml" Id="R915c2af262374d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cce0e9755c4a40" /><Relationship Type="http://schemas.openxmlformats.org/officeDocument/2006/relationships/notesMaster" Target="/ppt/notesMasters/notesMaster1.xml" Id="R9d8acc530380467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0cad4582aea49e4" /><Relationship Type="http://schemas.openxmlformats.org/officeDocument/2006/relationships/notesMaster" Target="/ppt/notesMasters/notesMaster1.xml" Id="R03996de4c60a476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f0db08915034e53" /><Relationship Type="http://schemas.openxmlformats.org/officeDocument/2006/relationships/notesMaster" Target="/ppt/notesMasters/notesMaster1.xml" Id="R06cd6dad1b124c2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0928d9cfacf4a3c" /><Relationship Type="http://schemas.openxmlformats.org/officeDocument/2006/relationships/notesMaster" Target="/ppt/notesMasters/notesMaster1.xml" Id="Reaa2449459c440b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a8834e53645421e" /><Relationship Type="http://schemas.openxmlformats.org/officeDocument/2006/relationships/notesMaster" Target="/ppt/notesMasters/notesMaster1.xml" Id="R45335a3bf411497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dbd928ad45a45f9" /><Relationship Type="http://schemas.openxmlformats.org/officeDocument/2006/relationships/notesMaster" Target="/ppt/notesMasters/notesMaster1.xml" Id="R6171b17b31d848e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5fbcb730ea34b1a" /><Relationship Type="http://schemas.openxmlformats.org/officeDocument/2006/relationships/notesMaster" Target="/ppt/notesMasters/notesMaster1.xml" Id="Rf8813a2634af44c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d7065d228aa4271" /><Relationship Type="http://schemas.openxmlformats.org/officeDocument/2006/relationships/notesMaster" Target="/ppt/notesMasters/notesMaster1.xml" Id="Rca40dc1a27e644c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c4654d3e5694646" /><Relationship Type="http://schemas.openxmlformats.org/officeDocument/2006/relationships/notesMaster" Target="/ppt/notesMasters/notesMaster1.xml" Id="Rbaad074ecc9f4a6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b45d78cb4b64d81" /><Relationship Type="http://schemas.openxmlformats.org/officeDocument/2006/relationships/notesMaster" Target="/ppt/notesMasters/notesMaster1.xml" Id="Re2a5d4db068748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1. Institution: Government Aided Autonomous Institution Affiliated to Anna University, Coimbatore 641014.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3. Results refresh every 15 seconds and after voting or publishing. Source: project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4.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5. Gemini requires configuration. It is not enabled in the supplied checkout.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6. Technology roles follow the supplied deck. Hosting listed here does not establish a live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7. Architecture clarified against project README.md: browser-local identity and bookmarks, server Route Handlers, Supabase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8.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9.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9.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10.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10.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10.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11.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11.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11.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11.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12.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12.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12.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13. Original full-page mobile screenshot, divided into consecutive sections for readability. No page content omitted.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13. Original full-page mobile screenshot, divided into consecutive sections for readability. No page content omitted.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13. Original full-page mobile screenshot, divided into consecutive sections for readability. No page content omitted.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14. Interface observations relate to the supplied captures, not a current product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15.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15. Service categories from the supplied analysis, not verified internal Apple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17. Optional Gemini drafting requires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18.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7c0f3e5b14e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5b1a72fd7143a0" /><Relationship Type="http://schemas.openxmlformats.org/officeDocument/2006/relationships/slideLayout" Target="/ppt/slideLayouts/slideLayout1.xml" Id="R07e7318ba54a47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e7318ba54a47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fd1e1ba1649c5" /><Relationship Type="http://schemas.openxmlformats.org/officeDocument/2006/relationships/image" Target="/ppt/media/image.png" Id="R0dd1b5e0f4f54470" /><Relationship Type="http://schemas.openxmlformats.org/officeDocument/2006/relationships/notesSlide" Target="/ppt/notesSlides/notesSlide1.xml" Id="Rf97a391009c74f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fce70aeaa4547" /><Relationship Type="http://schemas.openxmlformats.org/officeDocument/2006/relationships/notesSlide" Target="/ppt/notesSlides/notesSlide2.xml" Id="Rde59febcdd0043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c288856d14858" /><Relationship Type="http://schemas.openxmlformats.org/officeDocument/2006/relationships/notesSlide" Target="/ppt/notesSlides/notesSlide3.xml" Id="Rd017bd9a74d54f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5d67b0cc74b10" /><Relationship Type="http://schemas.openxmlformats.org/officeDocument/2006/relationships/notesSlide" Target="/ppt/notesSlides/notesSlide4.xml" Id="R15590ec118d247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ae1d77485491e" /><Relationship Type="http://schemas.openxmlformats.org/officeDocument/2006/relationships/notesSlide" Target="/ppt/notesSlides/notesSlide5.xml" Id="Rd2167ea4493647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8f2676397456a" /><Relationship Type="http://schemas.openxmlformats.org/officeDocument/2006/relationships/notesSlide" Target="/ppt/notesSlides/notesSlide6.xml" Id="R87cdc3b0cfad4e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11dfc39264e7b" /><Relationship Type="http://schemas.openxmlformats.org/officeDocument/2006/relationships/notesSlide" Target="/ppt/notesSlides/notesSlide7.xml" Id="Rf3422f97f1f345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c0a8611534b96" /><Relationship Type="http://schemas.openxmlformats.org/officeDocument/2006/relationships/notesSlide" Target="/ppt/notesSlides/notesSlide8.xml" Id="R23fa7bfd563b40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f6320757b4a1d" /><Relationship Type="http://schemas.openxmlformats.org/officeDocument/2006/relationships/image" Target="/ppt/media/image2.png" Id="R7ba74b6707fc4568" /><Relationship Type="http://schemas.openxmlformats.org/officeDocument/2006/relationships/notesSlide" Target="/ppt/notesSlides/notesSlide9.xml" Id="R2cf8b1304b5a45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4b3b3b75b4661" /><Relationship Type="http://schemas.openxmlformats.org/officeDocument/2006/relationships/image" Target="/ppt/media/image3.png" Id="R40290ed9a6364aa8" /><Relationship Type="http://schemas.openxmlformats.org/officeDocument/2006/relationships/image" Target="/ppt/media/image4.png" Id="R4cde890670f04571" /><Relationship Type="http://schemas.openxmlformats.org/officeDocument/2006/relationships/notesSlide" Target="/ppt/notesSlides/notesSlide10.xml" Id="R3d1bea54a6204e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d07e46c9447bf" /><Relationship Type="http://schemas.openxmlformats.org/officeDocument/2006/relationships/image" Target="/ppt/media/image5.png" Id="R0b4a3556a44a4bb4" /><Relationship Type="http://schemas.openxmlformats.org/officeDocument/2006/relationships/image" Target="/ppt/media/image6.png" Id="R20081a6825494ae6" /><Relationship Type="http://schemas.openxmlformats.org/officeDocument/2006/relationships/notesSlide" Target="/ppt/notesSlides/notesSlide11.xml" Id="Rfff73d5d652441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94a164cb74d36" /><Relationship Type="http://schemas.openxmlformats.org/officeDocument/2006/relationships/image" Target="/ppt/media/image7.png" Id="R6153e45a6ae64a1d" /><Relationship Type="http://schemas.openxmlformats.org/officeDocument/2006/relationships/notesSlide" Target="/ppt/notesSlides/notesSlide12.xml" Id="R340aa54a59e448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f6923441b4b33" /><Relationship Type="http://schemas.openxmlformats.org/officeDocument/2006/relationships/image" Target="/ppt/media/image8.png" Id="R7aec5f7898484142" /><Relationship Type="http://schemas.openxmlformats.org/officeDocument/2006/relationships/notesSlide" Target="/ppt/notesSlides/notesSlide13.xml" Id="Rf5bd08d0620644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656dcf4f14c2c" /><Relationship Type="http://schemas.openxmlformats.org/officeDocument/2006/relationships/image" Target="/ppt/media/image9.png" Id="R08361230b73640db" /><Relationship Type="http://schemas.openxmlformats.org/officeDocument/2006/relationships/notesSlide" Target="/ppt/notesSlides/notesSlide14.xml" Id="Ra0ca1812a72742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523f1ace4499c" /><Relationship Type="http://schemas.openxmlformats.org/officeDocument/2006/relationships/image" Target="/ppt/media/image10.png" Id="R6044f6569c2a4d39" /><Relationship Type="http://schemas.openxmlformats.org/officeDocument/2006/relationships/notesSlide" Target="/ppt/notesSlides/notesSlide15.xml" Id="R255156b921934b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bff3cdd4f42cd" /><Relationship Type="http://schemas.openxmlformats.org/officeDocument/2006/relationships/image" Target="/ppt/media/image11.png" Id="R9737523d19c64e4a" /><Relationship Type="http://schemas.openxmlformats.org/officeDocument/2006/relationships/notesSlide" Target="/ppt/notesSlides/notesSlide16.xml" Id="R7dd2c1b86327499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64247322445bb" /><Relationship Type="http://schemas.openxmlformats.org/officeDocument/2006/relationships/image" Target="/ppt/media/image12.png" Id="Rcdc9e6f6eb70466a" /><Relationship Type="http://schemas.openxmlformats.org/officeDocument/2006/relationships/notesSlide" Target="/ppt/notesSlides/notesSlide17.xml" Id="R34f760dc8a7b406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43c38788f42bb" /><Relationship Type="http://schemas.openxmlformats.org/officeDocument/2006/relationships/image" Target="/ppt/media/image13.png" Id="R755446997b0447f4" /><Relationship Type="http://schemas.openxmlformats.org/officeDocument/2006/relationships/notesSlide" Target="/ppt/notesSlides/notesSlide18.xml" Id="R7eed493afb26403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2257d7b9a47fd" /><Relationship Type="http://schemas.openxmlformats.org/officeDocument/2006/relationships/image" Target="/ppt/media/image14.png" Id="R692a3701cf594f12" /><Relationship Type="http://schemas.openxmlformats.org/officeDocument/2006/relationships/notesSlide" Target="/ppt/notesSlides/notesSlide19.xml" Id="R7270ccaac02445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8f9adc9154242" /><Relationship Type="http://schemas.openxmlformats.org/officeDocument/2006/relationships/image" Target="/ppt/media/image15.png" Id="Ra8fc65aa7fad4f3c" /><Relationship Type="http://schemas.openxmlformats.org/officeDocument/2006/relationships/notesSlide" Target="/ppt/notesSlides/notesSlide20.xml" Id="R17db7951e91a409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8ff1a08204114" /><Relationship Type="http://schemas.openxmlformats.org/officeDocument/2006/relationships/image" Target="/ppt/media/image16.png" Id="R390e7d5c88a048bd" /><Relationship Type="http://schemas.openxmlformats.org/officeDocument/2006/relationships/image" Target="/ppt/media/image17.png" Id="Reffc91add2094631" /><Relationship Type="http://schemas.openxmlformats.org/officeDocument/2006/relationships/image" Target="/ppt/media/image18.png" Id="R37934271b66f4c11" /><Relationship Type="http://schemas.openxmlformats.org/officeDocument/2006/relationships/image" Target="/ppt/media/image19.png" Id="R0603dde99cef473a" /><Relationship Type="http://schemas.openxmlformats.org/officeDocument/2006/relationships/notesSlide" Target="/ppt/notesSlides/notesSlide21.xml" Id="Refb802b9d22e4fc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02b21befb415e" /><Relationship Type="http://schemas.openxmlformats.org/officeDocument/2006/relationships/image" Target="/ppt/media/image20.png" Id="Rbbd728d9158d43e9" /><Relationship Type="http://schemas.openxmlformats.org/officeDocument/2006/relationships/image" Target="/ppt/media/image21.png" Id="Re508b1625f274f4d" /><Relationship Type="http://schemas.openxmlformats.org/officeDocument/2006/relationships/image" Target="/ppt/media/image22.png" Id="R2bd556718f584ba5" /><Relationship Type="http://schemas.openxmlformats.org/officeDocument/2006/relationships/notesSlide" Target="/ppt/notesSlides/notesSlide22.xml" Id="R9494075a801b426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92735e6f54007" /><Relationship Type="http://schemas.openxmlformats.org/officeDocument/2006/relationships/image" Target="/ppt/media/image23.png" Id="Re1c3f39e5f7d4507" /><Relationship Type="http://schemas.openxmlformats.org/officeDocument/2006/relationships/image" Target="/ppt/media/image24.png" Id="R5b87dab811584255" /><Relationship Type="http://schemas.openxmlformats.org/officeDocument/2006/relationships/notesSlide" Target="/ppt/notesSlides/notesSlide23.xml" Id="R4a023bcb1ef7418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e270bd0b9442c" /><Relationship Type="http://schemas.openxmlformats.org/officeDocument/2006/relationships/image" Target="/ppt/media/image.jpeg" Id="R2783cc891aef49a9" /><Relationship Type="http://schemas.openxmlformats.org/officeDocument/2006/relationships/image" Target="/ppt/media/image2.jpeg" Id="Rb9157f8b8fd64c71" /><Relationship Type="http://schemas.openxmlformats.org/officeDocument/2006/relationships/image" Target="/ppt/media/image3.jpeg" Id="Rdb9970add8954db2" /><Relationship Type="http://schemas.openxmlformats.org/officeDocument/2006/relationships/image" Target="/ppt/media/image4.jpeg" Id="R2b391657ab464362" /><Relationship Type="http://schemas.openxmlformats.org/officeDocument/2006/relationships/notesSlide" Target="/ppt/notesSlides/notesSlide24.xml" Id="R1a924e77cb9445a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59ae6dbdc4df3" /><Relationship Type="http://schemas.openxmlformats.org/officeDocument/2006/relationships/image" Target="/ppt/media/image5.jpeg" Id="R1bd51c7c89cb422b" /><Relationship Type="http://schemas.openxmlformats.org/officeDocument/2006/relationships/image" Target="/ppt/media/image6.jpeg" Id="R188274633ac84414" /><Relationship Type="http://schemas.openxmlformats.org/officeDocument/2006/relationships/notesSlide" Target="/ppt/notesSlides/notesSlide25.xml" Id="R514113bc6815432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37e97f7bf476b" /><Relationship Type="http://schemas.openxmlformats.org/officeDocument/2006/relationships/notesSlide" Target="/ppt/notesSlides/notesSlide26.xml" Id="R0896f3b3b4534b6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a88ea5a7c4c6d" /><Relationship Type="http://schemas.openxmlformats.org/officeDocument/2006/relationships/notesSlide" Target="/ppt/notesSlides/notesSlide27.xml" Id="R691ed548bcb547b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9f9ab7c914a77" /><Relationship Type="http://schemas.openxmlformats.org/officeDocument/2006/relationships/notesSlide" Target="/ppt/notesSlides/notesSlide28.xml" Id="Rf71788cd6df0437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2f55b154b4bc4" /><Relationship Type="http://schemas.openxmlformats.org/officeDocument/2006/relationships/notesSlide" Target="/ppt/notesSlides/notesSlide29.xml" Id="R6dbf1d77f37043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9EEFB-200D-4FE2-8B41-2A8A759E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Coimbatore Institute of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8F630-829D-4C33-9571-B5AFA898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CC05D-4AD0-487D-8F29-E6185E2C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616FC-3CF8-4CA3-BDE2-A4A60250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669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audience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A3075-6B74-4606-B1C5-D271A95E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Mrithyunjayan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542A4-4838-4123-8890-50F777F3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Register No. 2403717610421033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0F0F3-7D4E-48E6-B661-07034894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B.E. Computer Science and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85877-CD11-46AB-8B8B-448091C7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13 September 2026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1b5e0f4f54470"/>
          <a:stretch xmlns:a="http://schemas.openxmlformats.org/drawingml/2006/main"/>
        </p:blipFill>
        <p:spPr>
          <a:xfrm xmlns:a="http://schemas.openxmlformats.org/drawingml/2006/main">
            <a:off x="10382250" y="61912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9E038-3CC2-4E09-B4A7-3B423019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Government Aided Autonomous Institution Affiliated to Anna University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89E3C-07AD-4D2B-BFC8-0AF4D37C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Coimbatore 641014</a:t>
            </a:r>
          </a:p>
        </p:txBody>
      </p:sp>
    </p:spTree>
    <p:extLst>
      <p:ext uri="{BB962C8B-B14F-4D97-AF65-F5344CB8AC3E}">
        <p14:creationId xmlns:p14="http://schemas.microsoft.com/office/powerpoint/2010/main" val="17196052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D03D6-7558-4A94-A693-E58588BC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Presentation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BB4FB-D433-48A4-A6C1-EE58596D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CA4E8-AF3D-4C63-9A8E-F7FFEAE7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68BD7-1DB0-4C12-B698-BA40BF59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087F8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08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9E8D2-A9FE-4BE0-9FBA-FDCAFB3B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049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Context &amp; objectives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F605E-92C2-4AE1-BB70-CE9E4D68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526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Introduction, problem statement and project goals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D44DB-3FE1-4B3E-8213-7FA5860F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087F8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08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0257F-6B07-4BFB-924A-B0162483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1D02F-1A9E-4950-83FD-00B99222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385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Technologies, application structure and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41C49-2CBA-45AA-8174-C58C8758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087F8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08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13384-241A-4258-BDA2-5F199A61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766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Product walkthrough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81D9D-1CDC-41C1-84D9-ED990063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243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Desktop screens and responsive mobile layouts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756CB-24E6-4381-B21A-2B3022B9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087F8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08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561DF-C363-41E7-A8C9-595471E2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625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Interface study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1E228-EAA0-462E-A45C-AD6AACC8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0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Apple TV analysis, design lessons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844949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2046F-51D8-45F2-B6A0-F8D5BFE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 workspace for audience participation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C5181-FD7D-4B34-BE86-44C9D038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DD691-ADD1-4C0C-95A3-B5E91A8D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C97EE-4624-4F56-B1A0-C2D486F4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Kealvi brings poll creation, voting and result review into one responsive web application.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E2F86-CF3B-42EE-929E-F1D37C49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Core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98039-D4D3-485A-AB5A-B7B9100E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Create a poll, collect votes, review results and make a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DD00C-C442-46DE-A198-9929281E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Audience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12F00-9493-4B1C-9AF4-32CC6FA3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Teams, classrooms, communities and live sessions.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9F004-94E9-4E95-8EC8-C14C3A76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Interaction 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A79B9-1268-42CB-B436-72B94895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Quick actions with clear feedback on desktop and mobile.</a:t>
            </a:r>
          </a:p>
        </p:txBody>
      </p:sp>
    </p:spTree>
    <p:extLst>
      <p:ext uri="{BB962C8B-B14F-4D97-AF65-F5344CB8AC3E}">
        <p14:creationId xmlns:p14="http://schemas.microsoft.com/office/powerpoint/2010/main" val="10155976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176DD-474D-49E5-9073-AC6ADC04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The problem with fragmented polling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D8B29-9FE2-4F75-90F5-F11E98B9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85D88-3F3C-4689-9C7C-CC0641BF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DF08F-8B8C-4B5C-B070-CF196B2C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Questions, responses and results often live in different tools.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71B4D-D561-4902-92BD-6939C62C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Fragmented interaction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22A19-E52C-4466-9BD0-62653B78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Separate forms and chat threads add friction for organizers and participants.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01E9F-7B34-41BA-97D7-E3E546AA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Limited visibility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EF618-D506-440A-9E5C-56E60988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A scattered workflow makes active polls and response distribution harder to follow.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DED16-ADB2-43F6-9532-6D508908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Weak decision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CDA5D-86D9-447E-AF03-9FC90ED1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Raw responses need context, including participation history and engagement.</a:t>
            </a:r>
          </a:p>
        </p:txBody>
      </p:sp>
    </p:spTree>
    <p:extLst>
      <p:ext uri="{BB962C8B-B14F-4D97-AF65-F5344CB8AC3E}">
        <p14:creationId xmlns:p14="http://schemas.microsoft.com/office/powerpoint/2010/main" val="61579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A91F3-820F-41F3-B85D-8973892B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Project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A48B5-F0F7-49BE-993E-B6E97CDF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EA3E0-2235-406B-8B9E-CD7C737A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64594-9A32-4C0A-9D88-9BBBC330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Create and manage polls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18BFE-09EE-49F8-8D1C-69ED2DD5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Set a question, answer options, category and closing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5A869-A0FB-4B8D-B535-8C33A739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Support live voting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7FAE0-58B9-43FF-A039-33B4224C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Record responses and display the result distribution.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B813F-58E1-47CE-A66A-A4F3719A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Organize poll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627E1-3DF3-4563-8A74-265CE5E1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Search and filter All polls, My polls, Voted and Saved.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D0ECD-E310-4038-82C5-673EA125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Show participation insights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E37F8-4458-4621-9108-BE1992C1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Review rankings, category summaries and recent activity.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9F801-8A5B-4853-A375-1F588EB5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Support mobile 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0BCAB-BDA3-4E98-BCA9-114F0335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Keep navigation and essential actions accessible.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43447-0154-4C97-8CCE-73849201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815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Assist poll drafting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7A1BB-98B1-4605-BF77-1F307570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720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Offer optional Gemini drafts alongside editable templates.</a:t>
            </a:r>
          </a:p>
        </p:txBody>
      </p:sp>
    </p:spTree>
    <p:extLst>
      <p:ext uri="{BB962C8B-B14F-4D97-AF65-F5344CB8AC3E}">
        <p14:creationId xmlns:p14="http://schemas.microsoft.com/office/powerpoint/2010/main" val="19248449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9870B-EC19-4357-A4F7-589EF37D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Technologies and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81128-A072-40A7-A8D8-AF824884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67B76-E9A9-4779-9818-3BFF9639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10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102C3A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Next.js / React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Web interface and application routes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CSS / Tailwind CSS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Responsive styling and interface layout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Supabase / PostgreSQL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Poll, option and vote persistence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Google Gemini (optional)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Assisted poll drafting when configured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Vercel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Hosting and deployment platform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GitHub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Source control and collaboration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5966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36ADA-09CB-4E97-B1C9-8C8F5B58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0B078-F93C-4121-9BA3-127C132B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10E48-709B-4C55-8ADA-C6168BBF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CFB0D-1CB6-415D-9251-17FC1055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01  Browser 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068B5-703B-4721-B274-6226C40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Audience and organizers use Next.js / React pages, forms and poll views.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4B8F9-4776-40F5-A2B3-00192430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02  Application routes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FB87A-9760-4375-B5EA-621B8B0C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Server handlers validate creation and voting requests, then return updated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32CEB-1885-438A-8A07-9F1136CA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03  Supabase / 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5071B-B388-4940-B081-B42EF674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Persistent data stores polls, answer options and recorded votes.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12486-6F2E-4831-B2ED-AFCE5E7E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04  Optional Gemini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BE9E0-565E-4282-A077-15091A47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A server route requests a draft when the Gemini API key is configured.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E8039-365B-4FBF-8D76-EA6C46F4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Browser storage retains display identity and saved polls. GitHub and Vercel support delivery.</a:t>
            </a:r>
          </a:p>
        </p:txBody>
      </p:sp>
    </p:spTree>
    <p:extLst>
      <p:ext uri="{BB962C8B-B14F-4D97-AF65-F5344CB8AC3E}">
        <p14:creationId xmlns:p14="http://schemas.microsoft.com/office/powerpoint/2010/main" val="748397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147BF-A647-4035-B449-56B1AFB0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Application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8F562-B0CA-4CB8-9365-450E0CBE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66129-2FDD-49E1-84C8-46C63AA4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BB3BE-E8B1-49FA-8C24-23B8956D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Overview and polling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6B011-6D74-483B-ABA9-43298FE8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Workspace totals, editable templates, voting and poll closing.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66DC0-15D7-43D3-B3D2-4F75CD96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Poll library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0E7D7-ACD5-4FAB-BC99-FD771F71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Saved polls, voting history, search and status filters.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DCE30-92EC-477E-94E2-292A57F4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Leaderboard and insights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B870E-285F-4BD2-B7ED-5BF049C4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Contributor rankings and category-level participation.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897A5-AD94-40A6-9AE2-ED0F1316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Activity feed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A9286-774B-4124-A27F-83999C1D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Recent poll launches and voting 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D3C41-6181-4AC9-8907-F4B473EE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Sharing and export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51A20-7E92-408E-8287-6D29C07E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Direct poll links and downloadable JSON results.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098FA-CE20-45CF-AE8D-6E617B3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815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Responsive interface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97C6F-6AA0-4B59-B053-49B7A85A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720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Desktop and mobile views with clear action feedback.</a:t>
            </a:r>
          </a:p>
        </p:txBody>
      </p:sp>
    </p:spTree>
    <p:extLst>
      <p:ext uri="{BB962C8B-B14F-4D97-AF65-F5344CB8AC3E}">
        <p14:creationId xmlns:p14="http://schemas.microsoft.com/office/powerpoint/2010/main" val="5344464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2D1FB-9284-4809-814B-B6D86ECC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Overview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899BB-44F8-47BF-BEB7-F027DBC3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3E504-08CA-4AAA-8B31-6660954B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74b6707fc4568"/>
          <a:stretch xmlns:a="http://schemas.openxmlformats.org/drawingml/2006/main"/>
        </p:blipFill>
        <p:spPr>
          <a:xfrm xmlns:a="http://schemas.openxmlformats.org/drawingml/2006/main">
            <a:off x="5100711" y="1581150"/>
            <a:ext cx="5095728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78E44-AF33-4481-A978-7336361F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Workspace metrics provide a quick view of active polls, responses and recent activity.</a:t>
            </a:r>
          </a:p>
        </p:txBody>
      </p:sp>
    </p:spTree>
    <p:extLst>
      <p:ext uri="{BB962C8B-B14F-4D97-AF65-F5344CB8AC3E}">
        <p14:creationId xmlns:p14="http://schemas.microsoft.com/office/powerpoint/2010/main" val="8666483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8CD58-04B7-4729-B8A1-2876ABA8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Poll creation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4CCBB-9CB9-4B8F-9392-00B32F7F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43170-0461-4033-88D9-196BCFE4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90ed9a6364aa8"/>
          <a:stretch xmlns:a="http://schemas.openxmlformats.org/drawingml/2006/main"/>
        </p:blipFill>
        <p:spPr>
          <a:xfrm xmlns:a="http://schemas.openxmlformats.org/drawingml/2006/main">
            <a:off x="3714750" y="2158085"/>
            <a:ext cx="3829050" cy="3180006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e890670f04571"/>
          <a:stretch xmlns:a="http://schemas.openxmlformats.org/drawingml/2006/main"/>
        </p:blipFill>
        <p:spPr>
          <a:xfrm xmlns:a="http://schemas.openxmlformats.org/drawingml/2006/main">
            <a:off x="7696200" y="2159637"/>
            <a:ext cx="3829050" cy="3176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D5149-17E9-4B47-A623-D0243B1F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Templates give creators a starting point. Questions, options and closing times remain editable.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E9B4A-00D0-42D6-B03C-6F5ADE04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048375"/>
            <a:ext cx="786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Page continues from left to right</a:t>
            </a:r>
          </a:p>
        </p:txBody>
      </p:sp>
    </p:spTree>
    <p:extLst>
      <p:ext uri="{BB962C8B-B14F-4D97-AF65-F5344CB8AC3E}">
        <p14:creationId xmlns:p14="http://schemas.microsoft.com/office/powerpoint/2010/main" val="13765596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43A1F-4329-4E45-B3F4-36122C3C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Live voting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06CEA-A667-46CC-83F6-7CC44134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C4414-55C1-4D4A-903A-35E59FDA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a3556a44a4bb4"/>
          <a:stretch xmlns:a="http://schemas.openxmlformats.org/drawingml/2006/main"/>
        </p:blipFill>
        <p:spPr>
          <a:xfrm xmlns:a="http://schemas.openxmlformats.org/drawingml/2006/main">
            <a:off x="3714750" y="2461101"/>
            <a:ext cx="3829050" cy="2573973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81a6825494ae6"/>
          <a:stretch xmlns:a="http://schemas.openxmlformats.org/drawingml/2006/main"/>
        </p:blipFill>
        <p:spPr>
          <a:xfrm xmlns:a="http://schemas.openxmlformats.org/drawingml/2006/main">
            <a:off x="7696200" y="2461101"/>
            <a:ext cx="3829050" cy="257397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911C8-DE4E-4F13-86ED-EC561B95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Participants choose an answer and receive clear confirmation with updated counts and percentages.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FEAA9-689E-42F2-B2FD-E5A55C8A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048375"/>
            <a:ext cx="786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Page continues from left to right</a:t>
            </a:r>
          </a:p>
        </p:txBody>
      </p:sp>
    </p:spTree>
    <p:extLst>
      <p:ext uri="{BB962C8B-B14F-4D97-AF65-F5344CB8AC3E}">
        <p14:creationId xmlns:p14="http://schemas.microsoft.com/office/powerpoint/2010/main" val="61608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C5F3C-01F6-46AA-B8C5-20174198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Closed poll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E527E-02C5-479B-AC37-DE6F290A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FC14A-28FE-49A3-9300-F318931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3e45a6ae64a1d"/>
          <a:stretch xmlns:a="http://schemas.openxmlformats.org/drawingml/2006/main"/>
        </p:blipFill>
        <p:spPr>
          <a:xfrm xmlns:a="http://schemas.openxmlformats.org/drawingml/2006/main">
            <a:off x="4356735" y="15811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17C21-73D6-426B-8727-CA84B77D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Closing a poll disables voting while keeping the final result distribution available.</a:t>
            </a:r>
          </a:p>
        </p:txBody>
      </p:sp>
    </p:spTree>
    <p:extLst>
      <p:ext uri="{BB962C8B-B14F-4D97-AF65-F5344CB8AC3E}">
        <p14:creationId xmlns:p14="http://schemas.microsoft.com/office/powerpoint/2010/main" val="13987537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4A4B7-67A4-47CE-9FEA-17EAE561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Search and empty states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0BCEB-752F-4004-BF59-4110E5F1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3028B-C264-4A03-A9EF-90DBBA9B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c5f7898484142"/>
          <a:stretch xmlns:a="http://schemas.openxmlformats.org/drawingml/2006/main"/>
        </p:blipFill>
        <p:spPr>
          <a:xfrm xmlns:a="http://schemas.openxmlformats.org/drawingml/2006/main">
            <a:off x="4356735" y="15811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DA304-6B9B-4FE3-AF34-A75A4FE0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When no poll matches, the interface explains the empty state and suggests a next step.</a:t>
            </a:r>
          </a:p>
        </p:txBody>
      </p:sp>
    </p:spTree>
    <p:extLst>
      <p:ext uri="{BB962C8B-B14F-4D97-AF65-F5344CB8AC3E}">
        <p14:creationId xmlns:p14="http://schemas.microsoft.com/office/powerpoint/2010/main" val="5163040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1FA56-181D-4DD4-8547-4B350921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Shared poll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60B44-AF69-4CFA-81E0-328580F4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982EB-B259-4E55-8BAF-BD27BD98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61230b73640db"/>
          <a:stretch xmlns:a="http://schemas.openxmlformats.org/drawingml/2006/main"/>
        </p:blipFill>
        <p:spPr>
          <a:xfrm xmlns:a="http://schemas.openxmlformats.org/drawingml/2006/main">
            <a:off x="4356735" y="15811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2DE25-5362-47FB-9137-DFE8EA4F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A direct link focuses the workspace on one poll. Users can return to the full library.</a:t>
            </a:r>
          </a:p>
        </p:txBody>
      </p:sp>
    </p:spTree>
    <p:extLst>
      <p:ext uri="{BB962C8B-B14F-4D97-AF65-F5344CB8AC3E}">
        <p14:creationId xmlns:p14="http://schemas.microsoft.com/office/powerpoint/2010/main" val="2825166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80994-26FA-4C4D-8B2E-58A7C961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Saved polls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8C874-15C5-4971-B3F1-44097B6F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09192-F7C9-47C8-BF30-A3D0A81C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4f6569c2a4d39"/>
          <a:stretch xmlns:a="http://schemas.openxmlformats.org/drawingml/2006/main"/>
        </p:blipFill>
        <p:spPr>
          <a:xfrm xmlns:a="http://schemas.openxmlformats.org/drawingml/2006/main">
            <a:off x="4356735" y="15811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C4EBA-94C5-45BF-AEE5-E3ED44F0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Bookmarks keep useful polls within reach and persist across reloads in the same browser.</a:t>
            </a:r>
          </a:p>
        </p:txBody>
      </p:sp>
    </p:spTree>
    <p:extLst>
      <p:ext uri="{BB962C8B-B14F-4D97-AF65-F5344CB8AC3E}">
        <p14:creationId xmlns:p14="http://schemas.microsoft.com/office/powerpoint/2010/main" val="18104211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EA0A1-518B-4825-ADB7-F330707D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My polls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1AB79-D994-4494-8FC7-E795EF51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E31D4-4108-4232-9512-D2FF93D1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7523d19c64e4a"/>
          <a:stretch xmlns:a="http://schemas.openxmlformats.org/drawingml/2006/main"/>
        </p:blipFill>
        <p:spPr>
          <a:xfrm xmlns:a="http://schemas.openxmlformats.org/drawingml/2006/main">
            <a:off x="4356735" y="15811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64B11-8922-4867-A4E9-58B53B52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Creators can revisit polls made in their browser and manage their closing state.</a:t>
            </a:r>
          </a:p>
        </p:txBody>
      </p:sp>
    </p:spTree>
    <p:extLst>
      <p:ext uri="{BB962C8B-B14F-4D97-AF65-F5344CB8AC3E}">
        <p14:creationId xmlns:p14="http://schemas.microsoft.com/office/powerpoint/2010/main" val="7602269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BF3C1-B475-4BA5-92A4-E58A54EA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Voting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051B0-373E-41FC-8BDC-71117E82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C2D55-1FD6-4B0C-ABFF-FEF74353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9e6f6eb70466a"/>
          <a:stretch xmlns:a="http://schemas.openxmlformats.org/drawingml/2006/main"/>
        </p:blipFill>
        <p:spPr>
          <a:xfrm xmlns:a="http://schemas.openxmlformats.org/drawingml/2006/main">
            <a:off x="4356735" y="15811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419FD-9927-4C6B-A2AC-47ECB0FC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The Voted collection provides a convenient way to revisit participated polls and their results.</a:t>
            </a:r>
          </a:p>
        </p:txBody>
      </p:sp>
    </p:spTree>
    <p:extLst>
      <p:ext uri="{BB962C8B-B14F-4D97-AF65-F5344CB8AC3E}">
        <p14:creationId xmlns:p14="http://schemas.microsoft.com/office/powerpoint/2010/main" val="10336387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E9DDF-AC59-47DC-A4D2-7ECD8F1E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Contributor leaderboard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1B05E-B8EE-47F0-9D9B-2481390A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BF22A-2AEC-46AB-99F4-556C7FB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446997b0447f4"/>
          <a:stretch xmlns:a="http://schemas.openxmlformats.org/drawingml/2006/main"/>
        </p:blipFill>
        <p:spPr>
          <a:xfrm xmlns:a="http://schemas.openxmlformats.org/drawingml/2006/main">
            <a:off x="4356735" y="15811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EE94F-A3A6-4BF2-9E1D-34C89337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The leaderboard brings poll creation and named voting activity into one contributor view.</a:t>
            </a:r>
          </a:p>
        </p:txBody>
      </p:sp>
    </p:spTree>
    <p:extLst>
      <p:ext uri="{BB962C8B-B14F-4D97-AF65-F5344CB8AC3E}">
        <p14:creationId xmlns:p14="http://schemas.microsoft.com/office/powerpoint/2010/main" val="19175753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A4A74-4AA9-44B4-A4C4-E3CCC7D2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Participation insights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BCCBC-EEC7-433B-9E23-FCF228C0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E661F-08FC-408E-9098-43C38F7B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a3701cf594f12"/>
          <a:stretch xmlns:a="http://schemas.openxmlformats.org/drawingml/2006/main"/>
        </p:blipFill>
        <p:spPr>
          <a:xfrm xmlns:a="http://schemas.openxmlformats.org/drawingml/2006/main">
            <a:off x="4356735" y="15811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325E9-F680-4F41-BA87-714828BB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Engagement indicators and category summaries help users interpret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798094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76390-6949-440D-AF54-75222EC9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Activity feed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07191-A905-4B90-9630-1724DD33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2580D-CFF2-4F10-98F8-F8FE6464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c65aa7fad4f3c"/>
          <a:stretch xmlns:a="http://schemas.openxmlformats.org/drawingml/2006/main"/>
        </p:blipFill>
        <p:spPr>
          <a:xfrm xmlns:a="http://schemas.openxmlformats.org/drawingml/2006/main">
            <a:off x="4905375" y="1581150"/>
            <a:ext cx="548640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827E3-EB6B-4DD0-A995-289A0AB5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Recent poll launches and votes appear with context and relative time indicators.</a:t>
            </a:r>
          </a:p>
        </p:txBody>
      </p:sp>
    </p:spTree>
    <p:extLst>
      <p:ext uri="{BB962C8B-B14F-4D97-AF65-F5344CB8AC3E}">
        <p14:creationId xmlns:p14="http://schemas.microsoft.com/office/powerpoint/2010/main" val="203424873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1A68A-4318-4442-85FA-EB017E79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Mobile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4159C-F34B-4CA6-996F-DBF937DC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Responsive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2E167-E414-4869-A524-C89D251D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e7d5c88a048bd"/>
          <a:stretch xmlns:a="http://schemas.openxmlformats.org/drawingml/2006/main"/>
        </p:blipFill>
        <p:spPr>
          <a:xfrm xmlns:a="http://schemas.openxmlformats.org/drawingml/2006/main">
            <a:off x="609600" y="1747838"/>
            <a:ext cx="2476500" cy="39624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c91add2094631"/>
          <a:stretch xmlns:a="http://schemas.openxmlformats.org/drawingml/2006/main"/>
        </p:blipFill>
        <p:spPr>
          <a:xfrm xmlns:a="http://schemas.openxmlformats.org/drawingml/2006/main">
            <a:off x="3352800" y="1747838"/>
            <a:ext cx="2476500" cy="39624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34271b66f4c11"/>
          <a:stretch xmlns:a="http://schemas.openxmlformats.org/drawingml/2006/main"/>
        </p:blipFill>
        <p:spPr>
          <a:xfrm xmlns:a="http://schemas.openxmlformats.org/drawingml/2006/main">
            <a:off x="6096000" y="1747838"/>
            <a:ext cx="2476500" cy="39624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3dde99cef473a"/>
          <a:stretch xmlns:a="http://schemas.openxmlformats.org/drawingml/2006/main"/>
        </p:blipFill>
        <p:spPr>
          <a:xfrm xmlns:a="http://schemas.openxmlformats.org/drawingml/2006/main">
            <a:off x="8839200" y="1747838"/>
            <a:ext cx="2476500" cy="3962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058F7-07BA-4AD7-AE37-1FD2EE86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Page continues from left to right</a:t>
            </a:r>
          </a:p>
        </p:txBody>
      </p:sp>
    </p:spTree>
    <p:extLst>
      <p:ext uri="{BB962C8B-B14F-4D97-AF65-F5344CB8AC3E}">
        <p14:creationId xmlns:p14="http://schemas.microsoft.com/office/powerpoint/2010/main" val="16692864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FB18F-6B58-47F1-BD97-65B87D41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Mobile poll 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D9429-4200-4CA7-85DD-A1B6AD21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Responsive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85B20-4F89-452C-9561-304F542B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728d9158d43e9"/>
          <a:stretch xmlns:a="http://schemas.openxmlformats.org/drawingml/2006/main"/>
        </p:blipFill>
        <p:spPr>
          <a:xfrm xmlns:a="http://schemas.openxmlformats.org/drawingml/2006/main">
            <a:off x="1279850" y="1581150"/>
            <a:ext cx="2050399" cy="429577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8b1625f274f4d"/>
          <a:stretch xmlns:a="http://schemas.openxmlformats.org/drawingml/2006/main"/>
        </p:blipFill>
        <p:spPr>
          <a:xfrm xmlns:a="http://schemas.openxmlformats.org/drawingml/2006/main">
            <a:off x="4937450" y="1581150"/>
            <a:ext cx="2050399" cy="429577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556718f584ba5"/>
          <a:stretch xmlns:a="http://schemas.openxmlformats.org/drawingml/2006/main"/>
        </p:blipFill>
        <p:spPr>
          <a:xfrm xmlns:a="http://schemas.openxmlformats.org/drawingml/2006/main">
            <a:off x="8593547" y="1581150"/>
            <a:ext cx="2053406" cy="4295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10123-00A1-47F6-8607-FEDEA229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Page continues from left to right</a:t>
            </a:r>
          </a:p>
        </p:txBody>
      </p:sp>
    </p:spTree>
    <p:extLst>
      <p:ext uri="{BB962C8B-B14F-4D97-AF65-F5344CB8AC3E}">
        <p14:creationId xmlns:p14="http://schemas.microsoft.com/office/powerpoint/2010/main" val="9768643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B6F6B-9189-4421-88C1-79558AEF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Mobile activity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2F347-0BA3-4A9E-BF6D-7D0C4852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Responsive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05A90-D6EA-4FA0-A877-3C6FD248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3f39e5f7d4507"/>
          <a:stretch xmlns:a="http://schemas.openxmlformats.org/drawingml/2006/main"/>
        </p:blipFill>
        <p:spPr>
          <a:xfrm xmlns:a="http://schemas.openxmlformats.org/drawingml/2006/main">
            <a:off x="2180150" y="1581150"/>
            <a:ext cx="2078601" cy="429577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7dab811584255"/>
          <a:stretch xmlns:a="http://schemas.openxmlformats.org/drawingml/2006/main"/>
        </p:blipFill>
        <p:spPr>
          <a:xfrm xmlns:a="http://schemas.openxmlformats.org/drawingml/2006/main">
            <a:off x="7665259" y="1581150"/>
            <a:ext cx="2081183" cy="42957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38957-DE8A-4759-99A9-AB36AE42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Page continues from left to right</a:t>
            </a:r>
          </a:p>
        </p:txBody>
      </p:sp>
    </p:spTree>
    <p:extLst>
      <p:ext uri="{BB962C8B-B14F-4D97-AF65-F5344CB8AC3E}">
        <p14:creationId xmlns:p14="http://schemas.microsoft.com/office/powerpoint/2010/main" val="20010891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8FC7D-B108-419D-92B3-E388ABE6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Apple TV: content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229A6-2FCB-4F58-89A0-C48D3B49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Apple TV / Interface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2902E-E6A5-4858-A826-A935B827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3cc891aef49a9"/>
          <a:stretch xmlns:a="http://schemas.openxmlformats.org/drawingml/2006/main"/>
        </p:blipFill>
        <p:spPr>
          <a:xfrm xmlns:a="http://schemas.openxmlformats.org/drawingml/2006/main">
            <a:off x="1075172" y="1619250"/>
            <a:ext cx="1602507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EC05C-1F59-4A19-BD81-BF90D45B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514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Home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57f8b8fd64c71"/>
          <a:stretch xmlns:a="http://schemas.openxmlformats.org/drawingml/2006/main"/>
        </p:blipFill>
        <p:spPr>
          <a:xfrm xmlns:a="http://schemas.openxmlformats.org/drawingml/2006/main">
            <a:off x="3875522" y="1619250"/>
            <a:ext cx="1602507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CBE7D-A0E9-4CCF-BFED-814448BD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57800"/>
            <a:ext cx="2514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Apple TV+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970add8954db2"/>
          <a:stretch xmlns:a="http://schemas.openxmlformats.org/drawingml/2006/main"/>
        </p:blipFill>
        <p:spPr>
          <a:xfrm xmlns:a="http://schemas.openxmlformats.org/drawingml/2006/main">
            <a:off x="6675872" y="1619250"/>
            <a:ext cx="1602507" cy="3476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F72CA-DF99-44DD-8050-65A54D68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57800"/>
            <a:ext cx="2514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91657ab464362"/>
          <a:stretch xmlns:a="http://schemas.openxmlformats.org/drawingml/2006/main"/>
        </p:blipFill>
        <p:spPr>
          <a:xfrm xmlns:a="http://schemas.openxmlformats.org/drawingml/2006/main">
            <a:off x="9476222" y="1619250"/>
            <a:ext cx="1602507" cy="3476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890AB-857F-4078-AEEC-0933C35F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57800"/>
            <a:ext cx="2514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14BE0-62FB-488D-9FF9-4AD337D5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Featured artwork introduces content. Play, save and persistent navigation support the next action.</a:t>
            </a:r>
          </a:p>
        </p:txBody>
      </p:sp>
    </p:spTree>
    <p:extLst>
      <p:ext uri="{BB962C8B-B14F-4D97-AF65-F5344CB8AC3E}">
        <p14:creationId xmlns:p14="http://schemas.microsoft.com/office/powerpoint/2010/main" val="923091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C0E5D-0C0E-4E2F-A4D9-5EF44EE3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Apple TV: library and account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1730B-9B0E-43AC-B99F-86B78520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Apple TV / Interface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0BDD2-70E9-4C25-8509-85B3C794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51c7c89cb422b"/>
          <a:stretch xmlns:a="http://schemas.openxmlformats.org/drawingml/2006/main"/>
        </p:blipFill>
        <p:spPr>
          <a:xfrm xmlns:a="http://schemas.openxmlformats.org/drawingml/2006/main">
            <a:off x="945728" y="1552575"/>
            <a:ext cx="1975693" cy="428625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274633ac84414"/>
          <a:stretch xmlns:a="http://schemas.openxmlformats.org/drawingml/2006/main"/>
        </p:blipFill>
        <p:spPr>
          <a:xfrm xmlns:a="http://schemas.openxmlformats.org/drawingml/2006/main">
            <a:off x="3936578" y="1552575"/>
            <a:ext cx="1975693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C33B2-0281-43D0-8BDA-519A64BB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57375"/>
            <a:ext cx="4514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C2205-36E1-4145-AEE5-919AF5C3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A dedicated destination for purchased content and an explanatory empty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E9B66-E195-462F-B69B-3CA5BBFB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24275"/>
            <a:ext cx="4514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EFA51-A4D7-4EB4-AFBD-4B33628F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Account settings group subscriptions, purchases and family-related controls.</a:t>
            </a:r>
          </a:p>
        </p:txBody>
      </p:sp>
    </p:spTree>
    <p:extLst>
      <p:ext uri="{BB962C8B-B14F-4D97-AF65-F5344CB8AC3E}">
        <p14:creationId xmlns:p14="http://schemas.microsoft.com/office/powerpoint/2010/main" val="172648451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8367E-E840-42C4-A92C-311F848E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Apple TV: stakeholders and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5BC9A-9AB9-4D4C-A2A1-7F16C169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Apple TV / Interface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4D27D-7EB0-44C2-8449-206D2012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7320A-06EB-4012-93E5-C5E70B25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2"/>
                </a:solidFill>
                <a:latin typeface="Arial"/>
                <a:ea typeface="Arial"/>
                <a:cs typeface="Arial"/>
              </a:rPr>
              <a:t>Stakeholders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62E12-D475-406F-8E55-8BFF19E1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0482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Viewers and subscribers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Studios and content providers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Purchase and rental operations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Recommendation and analytics teams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Advertising and promotional partners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Support and account teams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61DD2-2063-4A77-A781-CCAB1665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2"/>
                </a:solidFill>
                <a:latin typeface="Arial"/>
                <a:ea typeface="Arial"/>
                <a:cs typeface="Arial"/>
              </a:rPr>
              <a:t>Supporting services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A16E9-E36F-408A-AB71-023AB82F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387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Authentication, accounts and family sharing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Subscriptions, payments and purchases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Streaming and content delivery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Search, voice search and recommendations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Watchlists and library management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Notifications and usage analytics</a:t>
            </a:r>
          </a:p>
        </p:txBody>
      </p:sp>
    </p:spTree>
    <p:extLst>
      <p:ext uri="{BB962C8B-B14F-4D97-AF65-F5344CB8AC3E}">
        <p14:creationId xmlns:p14="http://schemas.microsoft.com/office/powerpoint/2010/main" val="91730218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51909-0DA8-4C02-89E9-039185FF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Design lessons for Kealvi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D13D6-A4C4-4801-A53E-913E22D0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7D105-C5E4-4464-8690-9EE1E3CA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B9DE8-220A-4BCE-8ABB-00AA59BE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Visible primary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79AC4-7064-4D0C-8241-976D1F3E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Create poll remains easy to find, like prominent playback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B4B69-99B1-44F7-8404-A4D99D15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Consistent navigation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93D62-7183-497F-BFC4-74B0114B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Stable destinations help users move between workspace views.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1D391-6F23-4D29-A676-D2EE5F74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Saved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6BE6C-C21F-4DA3-8348-B4890177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Saved polls and My polls provide familiar ways to return to content.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4B925-B6EF-491A-A164-83D4B43B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Fast 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44596-BA32-4F01-9F09-C1ABEB7E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Search and filters reduce the effort of finding a relevant poll.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15AD3-3661-46C7-A748-BB9B44FD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Immediate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1256F-47E4-4485-A5C0-0CA4DC98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Vote confirmation, closed states and empty states explain what happened.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5F6EF-5C18-4729-AB0B-A40C528C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815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Personal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1F0D3-63C6-49A6-9AD2-72F04667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720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Display names connect contributions with the activity feed and rankings.</a:t>
            </a:r>
          </a:p>
        </p:txBody>
      </p:sp>
    </p:spTree>
    <p:extLst>
      <p:ext uri="{BB962C8B-B14F-4D97-AF65-F5344CB8AC3E}">
        <p14:creationId xmlns:p14="http://schemas.microsoft.com/office/powerpoint/2010/main" val="5744447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8B972-3A5F-4983-96C4-58BC7B86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F8AF0-9F9B-4347-9504-80288C47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64802-3189-4275-B986-138A58CC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7C173-CB58-45D6-B355-292120F8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Kealvi combines the complete polling workflow in one responsive workspace.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14E8D-D200-4485-A9ED-658CD04F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Practical full-stack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3854B-89A4-468C-A1BF-3E0429F9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The interface connects poll creation and voting with Supabase persistence.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E9289-6A33-4D6A-BE2D-1F1849A2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Clear participation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B21EC-C5FB-4D21-B78E-C86DD442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Results, collections, insights and activity support review and follow-up.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ED99C-A2C8-4263-945C-1AA178AD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Consistent interaction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068F7-E879-4225-9BCF-E7CDAA9E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The Apple TV study informs primary actions, navigation and saved-content patterns.</a:t>
            </a:r>
          </a:p>
        </p:txBody>
      </p:sp>
    </p:spTree>
    <p:extLst>
      <p:ext uri="{BB962C8B-B14F-4D97-AF65-F5344CB8AC3E}">
        <p14:creationId xmlns:p14="http://schemas.microsoft.com/office/powerpoint/2010/main" val="112528375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0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1A72E-80D6-422D-808B-A6B2E52B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Coimbatore Institute of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69D57-67DC-4DBC-9321-63533F94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E2CBB-5A23-4FF3-A0FE-7B7E712A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6AE7D-DD5E-4059-98CF-25D98A43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Questions &amp;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26A5C-3DB7-44F8-8B05-58EEEA12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Mrithyunjayan M</a:t>
            </a:r>
          </a:p>
        </p:txBody>
      </p:sp>
    </p:spTree>
    <p:extLst>
      <p:ext uri="{BB962C8B-B14F-4D97-AF65-F5344CB8AC3E}">
        <p14:creationId xmlns:p14="http://schemas.microsoft.com/office/powerpoint/2010/main" val="517688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2026-09-14T07:21:22.3920000Z</dcterms:created>
  <dcterms:modified xsi:type="dcterms:W3CDTF">2026-09-14T07:21:22.3920000Z</dcterms:modified>
</coreProperties>
</file>